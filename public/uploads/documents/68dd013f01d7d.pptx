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 id="2147483828" r:id="rId2"/>
  </p:sldMasterIdLst>
  <p:notesMasterIdLst>
    <p:notesMasterId r:id="rId83"/>
  </p:notesMasterIdLst>
  <p:sldIdLst>
    <p:sldId id="518" r:id="rId3"/>
    <p:sldId id="288" r:id="rId4"/>
    <p:sldId id="514" r:id="rId5"/>
    <p:sldId id="515" r:id="rId6"/>
    <p:sldId id="717" r:id="rId7"/>
    <p:sldId id="594" r:id="rId8"/>
    <p:sldId id="661" r:id="rId9"/>
    <p:sldId id="719" r:id="rId10"/>
    <p:sldId id="599" r:id="rId11"/>
    <p:sldId id="598" r:id="rId12"/>
    <p:sldId id="663" r:id="rId13"/>
    <p:sldId id="664" r:id="rId14"/>
    <p:sldId id="665" r:id="rId15"/>
    <p:sldId id="666" r:id="rId16"/>
    <p:sldId id="667" r:id="rId17"/>
    <p:sldId id="669" r:id="rId18"/>
    <p:sldId id="668" r:id="rId19"/>
    <p:sldId id="670" r:id="rId20"/>
    <p:sldId id="662" r:id="rId21"/>
    <p:sldId id="600" r:id="rId22"/>
    <p:sldId id="601" r:id="rId23"/>
    <p:sldId id="602" r:id="rId24"/>
    <p:sldId id="603" r:id="rId25"/>
    <p:sldId id="604" r:id="rId26"/>
    <p:sldId id="605" r:id="rId27"/>
    <p:sldId id="606" r:id="rId28"/>
    <p:sldId id="607" r:id="rId29"/>
    <p:sldId id="608" r:id="rId30"/>
    <p:sldId id="609" r:id="rId31"/>
    <p:sldId id="671" r:id="rId32"/>
    <p:sldId id="672" r:id="rId33"/>
    <p:sldId id="673" r:id="rId34"/>
    <p:sldId id="612" r:id="rId35"/>
    <p:sldId id="611" r:id="rId36"/>
    <p:sldId id="613" r:id="rId37"/>
    <p:sldId id="614" r:id="rId38"/>
    <p:sldId id="615" r:id="rId39"/>
    <p:sldId id="618" r:id="rId40"/>
    <p:sldId id="674" r:id="rId41"/>
    <p:sldId id="676" r:id="rId42"/>
    <p:sldId id="619" r:id="rId43"/>
    <p:sldId id="725" r:id="rId44"/>
    <p:sldId id="726" r:id="rId45"/>
    <p:sldId id="716" r:id="rId46"/>
    <p:sldId id="625" r:id="rId47"/>
    <p:sldId id="622" r:id="rId48"/>
    <p:sldId id="624" r:id="rId49"/>
    <p:sldId id="623" r:id="rId50"/>
    <p:sldId id="675" r:id="rId51"/>
    <p:sldId id="487" r:id="rId52"/>
    <p:sldId id="701" r:id="rId53"/>
    <p:sldId id="702" r:id="rId54"/>
    <p:sldId id="703" r:id="rId55"/>
    <p:sldId id="629" r:id="rId56"/>
    <p:sldId id="704" r:id="rId57"/>
    <p:sldId id="705" r:id="rId58"/>
    <p:sldId id="706" r:id="rId59"/>
    <p:sldId id="707" r:id="rId60"/>
    <p:sldId id="708" r:id="rId61"/>
    <p:sldId id="709" r:id="rId62"/>
    <p:sldId id="634" r:id="rId63"/>
    <p:sldId id="631" r:id="rId64"/>
    <p:sldId id="696" r:id="rId65"/>
    <p:sldId id="710" r:id="rId66"/>
    <p:sldId id="711" r:id="rId67"/>
    <p:sldId id="712" r:id="rId68"/>
    <p:sldId id="632" r:id="rId69"/>
    <p:sldId id="660" r:id="rId70"/>
    <p:sldId id="713" r:id="rId71"/>
    <p:sldId id="714" r:id="rId72"/>
    <p:sldId id="715" r:id="rId73"/>
    <p:sldId id="720" r:id="rId74"/>
    <p:sldId id="721" r:id="rId75"/>
    <p:sldId id="481" r:id="rId76"/>
    <p:sldId id="722" r:id="rId77"/>
    <p:sldId id="724" r:id="rId78"/>
    <p:sldId id="723" r:id="rId79"/>
    <p:sldId id="519" r:id="rId80"/>
    <p:sldId id="516" r:id="rId81"/>
    <p:sldId id="473" r:id="rId82"/>
  </p:sldIdLst>
  <p:sldSz cx="9144000" cy="6858000" type="screen4x3"/>
  <p:notesSz cx="7099300" cy="102346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DECCBE-0A16-44C4-BE21-4011158FEF84}" v="10" dt="2025-09-02T13:41:13.338"/>
    <p1510:client id="{935CD086-6788-4593-BBF7-4B6D114430FC}" v="27" dt="2025-09-03T11:46:36.276"/>
    <p1510:client id="{CD8BB182-CEE4-4218-B5EA-515632A10460}" v="13" dt="2025-09-02T14:15:23.7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714" autoAdjust="0"/>
  </p:normalViewPr>
  <p:slideViewPr>
    <p:cSldViewPr>
      <p:cViewPr varScale="1">
        <p:scale>
          <a:sx n="72" d="100"/>
          <a:sy n="72" d="100"/>
        </p:scale>
        <p:origin x="1762"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notesMaster" Target="notesMasters/notesMaster1.xml"/><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Noël HAUSER" userId="4e27450b0d468399" providerId="LiveId" clId="{26F0DE49-DF01-4F05-804B-D0F8CA42E3C2}"/>
    <pc:docChg chg="delSld modSld">
      <pc:chgData name="Jean-Noël HAUSER" userId="4e27450b0d468399" providerId="LiveId" clId="{26F0DE49-DF01-4F05-804B-D0F8CA42E3C2}" dt="2020-09-07T15:13:05.001" v="2" actId="47"/>
      <pc:docMkLst>
        <pc:docMk/>
      </pc:docMkLst>
      <pc:sldChg chg="modSp mod">
        <pc:chgData name="Jean-Noël HAUSER" userId="4e27450b0d468399" providerId="LiveId" clId="{26F0DE49-DF01-4F05-804B-D0F8CA42E3C2}" dt="2020-09-07T15:12:53.835" v="0" actId="6549"/>
        <pc:sldMkLst>
          <pc:docMk/>
          <pc:sldMk cId="0" sldId="423"/>
        </pc:sldMkLst>
      </pc:sldChg>
      <pc:sldChg chg="del">
        <pc:chgData name="Jean-Noël HAUSER" userId="4e27450b0d468399" providerId="LiveId" clId="{26F0DE49-DF01-4F05-804B-D0F8CA42E3C2}" dt="2020-09-07T15:13:00.767" v="1" actId="47"/>
        <pc:sldMkLst>
          <pc:docMk/>
          <pc:sldMk cId="0" sldId="432"/>
        </pc:sldMkLst>
      </pc:sldChg>
      <pc:sldChg chg="del">
        <pc:chgData name="Jean-Noël HAUSER" userId="4e27450b0d468399" providerId="LiveId" clId="{26F0DE49-DF01-4F05-804B-D0F8CA42E3C2}" dt="2020-09-07T15:13:00.767" v="1" actId="47"/>
        <pc:sldMkLst>
          <pc:docMk/>
          <pc:sldMk cId="0" sldId="433"/>
        </pc:sldMkLst>
      </pc:sldChg>
      <pc:sldChg chg="del">
        <pc:chgData name="Jean-Noël HAUSER" userId="4e27450b0d468399" providerId="LiveId" clId="{26F0DE49-DF01-4F05-804B-D0F8CA42E3C2}" dt="2020-09-07T15:13:00.767" v="1" actId="47"/>
        <pc:sldMkLst>
          <pc:docMk/>
          <pc:sldMk cId="0" sldId="434"/>
        </pc:sldMkLst>
      </pc:sldChg>
      <pc:sldChg chg="del">
        <pc:chgData name="Jean-Noël HAUSER" userId="4e27450b0d468399" providerId="LiveId" clId="{26F0DE49-DF01-4F05-804B-D0F8CA42E3C2}" dt="2020-09-07T15:13:00.767" v="1" actId="47"/>
        <pc:sldMkLst>
          <pc:docMk/>
          <pc:sldMk cId="0" sldId="435"/>
        </pc:sldMkLst>
      </pc:sldChg>
      <pc:sldChg chg="del">
        <pc:chgData name="Jean-Noël HAUSER" userId="4e27450b0d468399" providerId="LiveId" clId="{26F0DE49-DF01-4F05-804B-D0F8CA42E3C2}" dt="2020-09-07T15:13:05.001" v="2" actId="47"/>
        <pc:sldMkLst>
          <pc:docMk/>
          <pc:sldMk cId="0" sldId="436"/>
        </pc:sldMkLst>
      </pc:sldChg>
    </pc:docChg>
  </pc:docChgLst>
  <pc:docChgLst>
    <pc:chgData name="Jean-Noël HAUSER" userId="4e27450b0d468399" providerId="LiveId" clId="{7038B03E-6179-45A2-907C-F82406B56ECC}"/>
    <pc:docChg chg="undo custSel addSld delSld modSld sldOrd">
      <pc:chgData name="Jean-Noël HAUSER" userId="4e27450b0d468399" providerId="LiveId" clId="{7038B03E-6179-45A2-907C-F82406B56ECC}" dt="2023-09-15T12:04:25.531" v="1262" actId="20577"/>
      <pc:docMkLst>
        <pc:docMk/>
      </pc:docMkLst>
      <pc:sldChg chg="addSp delSp modSp mod setBg">
        <pc:chgData name="Jean-Noël HAUSER" userId="4e27450b0d468399" providerId="LiveId" clId="{7038B03E-6179-45A2-907C-F82406B56ECC}" dt="2022-09-26T11:14:42.690" v="844" actId="6549"/>
        <pc:sldMkLst>
          <pc:docMk/>
          <pc:sldMk cId="0" sldId="256"/>
        </pc:sldMkLst>
      </pc:sldChg>
      <pc:sldChg chg="modSp add del mod">
        <pc:chgData name="Jean-Noël HAUSER" userId="4e27450b0d468399" providerId="LiveId" clId="{7038B03E-6179-45A2-907C-F82406B56ECC}" dt="2022-09-06T12:18:31.495" v="769" actId="27636"/>
        <pc:sldMkLst>
          <pc:docMk/>
          <pc:sldMk cId="0" sldId="258"/>
        </pc:sldMkLst>
      </pc:sldChg>
      <pc:sldChg chg="modSp add del mod ord">
        <pc:chgData name="Jean-Noël HAUSER" userId="4e27450b0d468399" providerId="LiveId" clId="{7038B03E-6179-45A2-907C-F82406B56ECC}" dt="2023-02-06T13:19:36.677" v="918"/>
        <pc:sldMkLst>
          <pc:docMk/>
          <pc:sldMk cId="0" sldId="259"/>
        </pc:sldMkLst>
      </pc:sldChg>
      <pc:sldChg chg="add del">
        <pc:chgData name="Jean-Noël HAUSER" userId="4e27450b0d468399" providerId="LiveId" clId="{7038B03E-6179-45A2-907C-F82406B56ECC}" dt="2021-09-14T14:20:23.223" v="1"/>
        <pc:sldMkLst>
          <pc:docMk/>
          <pc:sldMk cId="0" sldId="261"/>
        </pc:sldMkLst>
      </pc:sldChg>
      <pc:sldChg chg="add del">
        <pc:chgData name="Jean-Noël HAUSER" userId="4e27450b0d468399" providerId="LiveId" clId="{7038B03E-6179-45A2-907C-F82406B56ECC}" dt="2021-09-14T14:20:23.223" v="1"/>
        <pc:sldMkLst>
          <pc:docMk/>
          <pc:sldMk cId="0" sldId="262"/>
        </pc:sldMkLst>
      </pc:sldChg>
      <pc:sldChg chg="del">
        <pc:chgData name="Jean-Noël HAUSER" userId="4e27450b0d468399" providerId="LiveId" clId="{7038B03E-6179-45A2-907C-F82406B56ECC}" dt="2021-09-14T14:19:57.232" v="0" actId="47"/>
        <pc:sldMkLst>
          <pc:docMk/>
          <pc:sldMk cId="0" sldId="263"/>
        </pc:sldMkLst>
      </pc:sldChg>
      <pc:sldChg chg="modSp add del mod">
        <pc:chgData name="Jean-Noël HAUSER" userId="4e27450b0d468399" providerId="LiveId" clId="{7038B03E-6179-45A2-907C-F82406B56ECC}" dt="2023-09-15T12:00:22.074" v="1228" actId="6549"/>
        <pc:sldMkLst>
          <pc:docMk/>
          <pc:sldMk cId="0" sldId="264"/>
        </pc:sldMkLst>
      </pc:sldChg>
      <pc:sldChg chg="add del">
        <pc:chgData name="Jean-Noël HAUSER" userId="4e27450b0d468399" providerId="LiveId" clId="{7038B03E-6179-45A2-907C-F82406B56ECC}" dt="2021-09-14T14:20:23.223" v="1"/>
        <pc:sldMkLst>
          <pc:docMk/>
          <pc:sldMk cId="0" sldId="265"/>
        </pc:sldMkLst>
      </pc:sldChg>
      <pc:sldChg chg="add del ord">
        <pc:chgData name="Jean-Noël HAUSER" userId="4e27450b0d468399" providerId="LiveId" clId="{7038B03E-6179-45A2-907C-F82406B56ECC}" dt="2022-09-06T12:20:18.875" v="777"/>
        <pc:sldMkLst>
          <pc:docMk/>
          <pc:sldMk cId="0" sldId="266"/>
        </pc:sldMkLst>
      </pc:sldChg>
      <pc:sldChg chg="modSp add del mod ord">
        <pc:chgData name="Jean-Noël HAUSER" userId="4e27450b0d468399" providerId="LiveId" clId="{7038B03E-6179-45A2-907C-F82406B56ECC}" dt="2022-09-06T12:23:15.657" v="788" actId="5793"/>
        <pc:sldMkLst>
          <pc:docMk/>
          <pc:sldMk cId="0" sldId="267"/>
        </pc:sldMkLst>
      </pc:sldChg>
      <pc:sldChg chg="del">
        <pc:chgData name="Jean-Noël HAUSER" userId="4e27450b0d468399" providerId="LiveId" clId="{7038B03E-6179-45A2-907C-F82406B56ECC}" dt="2021-09-14T14:19:57.232" v="0" actId="47"/>
        <pc:sldMkLst>
          <pc:docMk/>
          <pc:sldMk cId="0" sldId="268"/>
        </pc:sldMkLst>
      </pc:sldChg>
      <pc:sldChg chg="add del ord">
        <pc:chgData name="Jean-Noël HAUSER" userId="4e27450b0d468399" providerId="LiveId" clId="{7038B03E-6179-45A2-907C-F82406B56ECC}" dt="2022-09-06T12:20:18.875" v="777"/>
        <pc:sldMkLst>
          <pc:docMk/>
          <pc:sldMk cId="0" sldId="269"/>
        </pc:sldMkLst>
      </pc:sldChg>
      <pc:sldChg chg="add del">
        <pc:chgData name="Jean-Noël HAUSER" userId="4e27450b0d468399" providerId="LiveId" clId="{7038B03E-6179-45A2-907C-F82406B56ECC}" dt="2021-09-14T14:20:23.223" v="1"/>
        <pc:sldMkLst>
          <pc:docMk/>
          <pc:sldMk cId="0" sldId="271"/>
        </pc:sldMkLst>
      </pc:sldChg>
      <pc:sldChg chg="add del ord">
        <pc:chgData name="Jean-Noël HAUSER" userId="4e27450b0d468399" providerId="LiveId" clId="{7038B03E-6179-45A2-907C-F82406B56ECC}" dt="2022-09-06T12:20:31.352" v="779"/>
        <pc:sldMkLst>
          <pc:docMk/>
          <pc:sldMk cId="0" sldId="272"/>
        </pc:sldMkLst>
      </pc:sldChg>
      <pc:sldChg chg="add del">
        <pc:chgData name="Jean-Noël HAUSER" userId="4e27450b0d468399" providerId="LiveId" clId="{7038B03E-6179-45A2-907C-F82406B56ECC}" dt="2021-09-14T14:20:23.223" v="1"/>
        <pc:sldMkLst>
          <pc:docMk/>
          <pc:sldMk cId="0" sldId="273"/>
        </pc:sldMkLst>
      </pc:sldChg>
      <pc:sldChg chg="add del">
        <pc:chgData name="Jean-Noël HAUSER" userId="4e27450b0d468399" providerId="LiveId" clId="{7038B03E-6179-45A2-907C-F82406B56ECC}" dt="2021-09-14T14:20:23.223" v="1"/>
        <pc:sldMkLst>
          <pc:docMk/>
          <pc:sldMk cId="0" sldId="275"/>
        </pc:sldMkLst>
      </pc:sldChg>
      <pc:sldChg chg="add del">
        <pc:chgData name="Jean-Noël HAUSER" userId="4e27450b0d468399" providerId="LiveId" clId="{7038B03E-6179-45A2-907C-F82406B56ECC}" dt="2021-09-14T14:20:23.223" v="1"/>
        <pc:sldMkLst>
          <pc:docMk/>
          <pc:sldMk cId="0" sldId="278"/>
        </pc:sldMkLst>
      </pc:sldChg>
      <pc:sldChg chg="del">
        <pc:chgData name="Jean-Noël HAUSER" userId="4e27450b0d468399" providerId="LiveId" clId="{7038B03E-6179-45A2-907C-F82406B56ECC}" dt="2021-09-14T14:33:42.645" v="73" actId="47"/>
        <pc:sldMkLst>
          <pc:docMk/>
          <pc:sldMk cId="0" sldId="288"/>
        </pc:sldMkLst>
      </pc:sldChg>
      <pc:sldChg chg="add del">
        <pc:chgData name="Jean-Noël HAUSER" userId="4e27450b0d468399" providerId="LiveId" clId="{7038B03E-6179-45A2-907C-F82406B56ECC}" dt="2021-09-14T14:20:23.223" v="1"/>
        <pc:sldMkLst>
          <pc:docMk/>
          <pc:sldMk cId="0" sldId="290"/>
        </pc:sldMkLst>
      </pc:sldChg>
      <pc:sldChg chg="modSp add del mod">
        <pc:chgData name="Jean-Noël HAUSER" userId="4e27450b0d468399" providerId="LiveId" clId="{7038B03E-6179-45A2-907C-F82406B56ECC}" dt="2023-09-15T11:44:23.732" v="1187" actId="5793"/>
        <pc:sldMkLst>
          <pc:docMk/>
          <pc:sldMk cId="0" sldId="292"/>
        </pc:sldMkLst>
      </pc:sldChg>
      <pc:sldChg chg="modSp add del mod ord">
        <pc:chgData name="Jean-Noël HAUSER" userId="4e27450b0d468399" providerId="LiveId" clId="{7038B03E-6179-45A2-907C-F82406B56ECC}" dt="2023-09-15T11:44:41.014" v="1197" actId="5793"/>
        <pc:sldMkLst>
          <pc:docMk/>
          <pc:sldMk cId="0" sldId="294"/>
        </pc:sldMkLst>
      </pc:sldChg>
      <pc:sldChg chg="modSp add del mod">
        <pc:chgData name="Jean-Noël HAUSER" userId="4e27450b0d468399" providerId="LiveId" clId="{7038B03E-6179-45A2-907C-F82406B56ECC}" dt="2023-09-15T11:53:18.511" v="1203" actId="5793"/>
        <pc:sldMkLst>
          <pc:docMk/>
          <pc:sldMk cId="0" sldId="295"/>
        </pc:sldMkLst>
      </pc:sldChg>
      <pc:sldChg chg="modSp add del mod">
        <pc:chgData name="Jean-Noël HAUSER" userId="4e27450b0d468399" providerId="LiveId" clId="{7038B03E-6179-45A2-907C-F82406B56ECC}" dt="2023-09-15T11:54:25.887" v="1221" actId="20577"/>
        <pc:sldMkLst>
          <pc:docMk/>
          <pc:sldMk cId="0" sldId="296"/>
        </pc:sldMkLst>
      </pc:sldChg>
      <pc:sldChg chg="modSp add del mod">
        <pc:chgData name="Jean-Noël HAUSER" userId="4e27450b0d468399" providerId="LiveId" clId="{7038B03E-6179-45A2-907C-F82406B56ECC}" dt="2023-09-15T11:54:35.361" v="1224" actId="5793"/>
        <pc:sldMkLst>
          <pc:docMk/>
          <pc:sldMk cId="0" sldId="297"/>
        </pc:sldMkLst>
      </pc:sldChg>
      <pc:sldChg chg="add del">
        <pc:chgData name="Jean-Noël HAUSER" userId="4e27450b0d468399" providerId="LiveId" clId="{7038B03E-6179-45A2-907C-F82406B56ECC}" dt="2021-09-14T14:20:23.223" v="1"/>
        <pc:sldMkLst>
          <pc:docMk/>
          <pc:sldMk cId="0" sldId="303"/>
        </pc:sldMkLst>
      </pc:sldChg>
      <pc:sldChg chg="addSp delSp modSp add del mod setBg">
        <pc:chgData name="Jean-Noël HAUSER" userId="4e27450b0d468399" providerId="LiveId" clId="{7038B03E-6179-45A2-907C-F82406B56ECC}" dt="2021-09-14T14:44:38.777" v="528" actId="6549"/>
        <pc:sldMkLst>
          <pc:docMk/>
          <pc:sldMk cId="0" sldId="306"/>
        </pc:sldMkLst>
      </pc:sldChg>
      <pc:sldChg chg="modSp add del mod">
        <pc:chgData name="Jean-Noël HAUSER" userId="4e27450b0d468399" providerId="LiveId" clId="{7038B03E-6179-45A2-907C-F82406B56ECC}" dt="2023-09-15T11:54:05.703" v="1216" actId="20577"/>
        <pc:sldMkLst>
          <pc:docMk/>
          <pc:sldMk cId="0" sldId="308"/>
        </pc:sldMkLst>
      </pc:sldChg>
      <pc:sldChg chg="modSp add del mod">
        <pc:chgData name="Jean-Noël HAUSER" userId="4e27450b0d468399" providerId="LiveId" clId="{7038B03E-6179-45A2-907C-F82406B56ECC}" dt="2023-09-15T11:42:01.595" v="1114" actId="20577"/>
        <pc:sldMkLst>
          <pc:docMk/>
          <pc:sldMk cId="0" sldId="309"/>
        </pc:sldMkLst>
      </pc:sldChg>
      <pc:sldChg chg="modSp add del mod">
        <pc:chgData name="Jean-Noël HAUSER" userId="4e27450b0d468399" providerId="LiveId" clId="{7038B03E-6179-45A2-907C-F82406B56ECC}" dt="2023-09-15T11:42:11.242" v="1134" actId="20577"/>
        <pc:sldMkLst>
          <pc:docMk/>
          <pc:sldMk cId="0" sldId="310"/>
        </pc:sldMkLst>
      </pc:sldChg>
      <pc:sldChg chg="del">
        <pc:chgData name="Jean-Noël HAUSER" userId="4e27450b0d468399" providerId="LiveId" clId="{7038B03E-6179-45A2-907C-F82406B56ECC}" dt="2021-09-14T14:19:57.232" v="0" actId="47"/>
        <pc:sldMkLst>
          <pc:docMk/>
          <pc:sldMk cId="0" sldId="312"/>
        </pc:sldMkLst>
      </pc:sldChg>
      <pc:sldChg chg="del">
        <pc:chgData name="Jean-Noël HAUSER" userId="4e27450b0d468399" providerId="LiveId" clId="{7038B03E-6179-45A2-907C-F82406B56ECC}" dt="2021-09-14T14:19:57.232" v="0" actId="47"/>
        <pc:sldMkLst>
          <pc:docMk/>
          <pc:sldMk cId="0" sldId="313"/>
        </pc:sldMkLst>
      </pc:sldChg>
      <pc:sldChg chg="addSp delSp modSp add del mod setBg">
        <pc:chgData name="Jean-Noël HAUSER" userId="4e27450b0d468399" providerId="LiveId" clId="{7038B03E-6179-45A2-907C-F82406B56ECC}" dt="2021-09-14T14:46:27.386" v="546" actId="6549"/>
        <pc:sldMkLst>
          <pc:docMk/>
          <pc:sldMk cId="0" sldId="314"/>
        </pc:sldMkLst>
      </pc:sldChg>
      <pc:sldChg chg="del">
        <pc:chgData name="Jean-Noël HAUSER" userId="4e27450b0d468399" providerId="LiveId" clId="{7038B03E-6179-45A2-907C-F82406B56ECC}" dt="2021-09-14T14:19:57.232" v="0" actId="47"/>
        <pc:sldMkLst>
          <pc:docMk/>
          <pc:sldMk cId="0" sldId="315"/>
        </pc:sldMkLst>
      </pc:sldChg>
      <pc:sldChg chg="del">
        <pc:chgData name="Jean-Noël HAUSER" userId="4e27450b0d468399" providerId="LiveId" clId="{7038B03E-6179-45A2-907C-F82406B56ECC}" dt="2021-09-14T14:19:57.232" v="0" actId="47"/>
        <pc:sldMkLst>
          <pc:docMk/>
          <pc:sldMk cId="0" sldId="316"/>
        </pc:sldMkLst>
      </pc:sldChg>
      <pc:sldChg chg="modSp add del mod ord">
        <pc:chgData name="Jean-Noël HAUSER" userId="4e27450b0d468399" providerId="LiveId" clId="{7038B03E-6179-45A2-907C-F82406B56ECC}" dt="2022-09-06T12:21:21.608" v="785" actId="5793"/>
        <pc:sldMkLst>
          <pc:docMk/>
          <pc:sldMk cId="0" sldId="318"/>
        </pc:sldMkLst>
      </pc:sldChg>
      <pc:sldChg chg="addSp delSp modSp add del mod setBg">
        <pc:chgData name="Jean-Noël HAUSER" userId="4e27450b0d468399" providerId="LiveId" clId="{7038B03E-6179-45A2-907C-F82406B56ECC}" dt="2021-09-14T14:46:51.269" v="551" actId="6549"/>
        <pc:sldMkLst>
          <pc:docMk/>
          <pc:sldMk cId="0" sldId="322"/>
        </pc:sldMkLst>
      </pc:sldChg>
      <pc:sldChg chg="add del">
        <pc:chgData name="Jean-Noël HAUSER" userId="4e27450b0d468399" providerId="LiveId" clId="{7038B03E-6179-45A2-907C-F82406B56ECC}" dt="2021-09-14T14:20:23.223" v="1"/>
        <pc:sldMkLst>
          <pc:docMk/>
          <pc:sldMk cId="0" sldId="323"/>
        </pc:sldMkLst>
      </pc:sldChg>
      <pc:sldChg chg="del">
        <pc:chgData name="Jean-Noël HAUSER" userId="4e27450b0d468399" providerId="LiveId" clId="{7038B03E-6179-45A2-907C-F82406B56ECC}" dt="2021-09-14T14:19:57.232" v="0" actId="47"/>
        <pc:sldMkLst>
          <pc:docMk/>
          <pc:sldMk cId="2775392103" sldId="336"/>
        </pc:sldMkLst>
      </pc:sldChg>
      <pc:sldChg chg="del">
        <pc:chgData name="Jean-Noël HAUSER" userId="4e27450b0d468399" providerId="LiveId" clId="{7038B03E-6179-45A2-907C-F82406B56ECC}" dt="2021-09-14T14:19:57.232" v="0" actId="47"/>
        <pc:sldMkLst>
          <pc:docMk/>
          <pc:sldMk cId="943190676" sldId="337"/>
        </pc:sldMkLst>
      </pc:sldChg>
      <pc:sldChg chg="add del">
        <pc:chgData name="Jean-Noël HAUSER" userId="4e27450b0d468399" providerId="LiveId" clId="{7038B03E-6179-45A2-907C-F82406B56ECC}" dt="2021-09-14T14:20:23.223" v="1"/>
        <pc:sldMkLst>
          <pc:docMk/>
          <pc:sldMk cId="0" sldId="342"/>
        </pc:sldMkLst>
      </pc:sldChg>
      <pc:sldChg chg="add del">
        <pc:chgData name="Jean-Noël HAUSER" userId="4e27450b0d468399" providerId="LiveId" clId="{7038B03E-6179-45A2-907C-F82406B56ECC}" dt="2021-09-14T14:20:23.223" v="1"/>
        <pc:sldMkLst>
          <pc:docMk/>
          <pc:sldMk cId="0" sldId="343"/>
        </pc:sldMkLst>
      </pc:sldChg>
      <pc:sldChg chg="add del">
        <pc:chgData name="Jean-Noël HAUSER" userId="4e27450b0d468399" providerId="LiveId" clId="{7038B03E-6179-45A2-907C-F82406B56ECC}" dt="2023-09-15T11:58:56.197" v="1225" actId="47"/>
        <pc:sldMkLst>
          <pc:docMk/>
          <pc:sldMk cId="0" sldId="344"/>
        </pc:sldMkLst>
      </pc:sldChg>
      <pc:sldChg chg="add del">
        <pc:chgData name="Jean-Noël HAUSER" userId="4e27450b0d468399" providerId="LiveId" clId="{7038B03E-6179-45A2-907C-F82406B56ECC}" dt="2023-09-15T11:58:56.197" v="1225" actId="47"/>
        <pc:sldMkLst>
          <pc:docMk/>
          <pc:sldMk cId="0" sldId="345"/>
        </pc:sldMkLst>
      </pc:sldChg>
      <pc:sldChg chg="add del">
        <pc:chgData name="Jean-Noël HAUSER" userId="4e27450b0d468399" providerId="LiveId" clId="{7038B03E-6179-45A2-907C-F82406B56ECC}" dt="2022-09-06T12:17:27.852" v="748" actId="47"/>
        <pc:sldMkLst>
          <pc:docMk/>
          <pc:sldMk cId="0" sldId="346"/>
        </pc:sldMkLst>
      </pc:sldChg>
      <pc:sldChg chg="add del setBg">
        <pc:chgData name="Jean-Noël HAUSER" userId="4e27450b0d468399" providerId="LiveId" clId="{7038B03E-6179-45A2-907C-F82406B56ECC}" dt="2021-09-14T14:36:06.801" v="368" actId="47"/>
        <pc:sldMkLst>
          <pc:docMk/>
          <pc:sldMk cId="0" sldId="376"/>
        </pc:sldMkLst>
      </pc:sldChg>
      <pc:sldChg chg="add">
        <pc:chgData name="Jean-Noël HAUSER" userId="4e27450b0d468399" providerId="LiveId" clId="{7038B03E-6179-45A2-907C-F82406B56ECC}" dt="2021-09-14T14:20:23.223" v="1"/>
        <pc:sldMkLst>
          <pc:docMk/>
          <pc:sldMk cId="0" sldId="377"/>
        </pc:sldMkLst>
      </pc:sldChg>
      <pc:sldChg chg="addSp delSp modSp add del mod setBg">
        <pc:chgData name="Jean-Noël HAUSER" userId="4e27450b0d468399" providerId="LiveId" clId="{7038B03E-6179-45A2-907C-F82406B56ECC}" dt="2021-09-14T14:47:43.349" v="561" actId="6549"/>
        <pc:sldMkLst>
          <pc:docMk/>
          <pc:sldMk cId="0" sldId="378"/>
        </pc:sldMkLst>
      </pc:sldChg>
      <pc:sldChg chg="addSp delSp modSp add del mod setBg">
        <pc:chgData name="Jean-Noël HAUSER" userId="4e27450b0d468399" providerId="LiveId" clId="{7038B03E-6179-45A2-907C-F82406B56ECC}" dt="2021-09-14T14:48:05.822" v="565" actId="6549"/>
        <pc:sldMkLst>
          <pc:docMk/>
          <pc:sldMk cId="0" sldId="379"/>
        </pc:sldMkLst>
      </pc:sldChg>
      <pc:sldChg chg="add del">
        <pc:chgData name="Jean-Noël HAUSER" userId="4e27450b0d468399" providerId="LiveId" clId="{7038B03E-6179-45A2-907C-F82406B56ECC}" dt="2021-09-14T14:20:23.223" v="1"/>
        <pc:sldMkLst>
          <pc:docMk/>
          <pc:sldMk cId="0" sldId="380"/>
        </pc:sldMkLst>
      </pc:sldChg>
      <pc:sldChg chg="modSp add del mod">
        <pc:chgData name="Jean-Noël HAUSER" userId="4e27450b0d468399" providerId="LiveId" clId="{7038B03E-6179-45A2-907C-F82406B56ECC}" dt="2022-09-06T12:26:17.833" v="800" actId="20577"/>
        <pc:sldMkLst>
          <pc:docMk/>
          <pc:sldMk cId="0" sldId="381"/>
        </pc:sldMkLst>
      </pc:sldChg>
      <pc:sldChg chg="add del">
        <pc:chgData name="Jean-Noël HAUSER" userId="4e27450b0d468399" providerId="LiveId" clId="{7038B03E-6179-45A2-907C-F82406B56ECC}" dt="2022-09-06T12:26:22.041" v="801" actId="47"/>
        <pc:sldMkLst>
          <pc:docMk/>
          <pc:sldMk cId="0" sldId="382"/>
        </pc:sldMkLst>
      </pc:sldChg>
      <pc:sldChg chg="add del">
        <pc:chgData name="Jean-Noël HAUSER" userId="4e27450b0d468399" providerId="LiveId" clId="{7038B03E-6179-45A2-907C-F82406B56ECC}" dt="2021-09-14T14:20:23.223" v="1"/>
        <pc:sldMkLst>
          <pc:docMk/>
          <pc:sldMk cId="0" sldId="383"/>
        </pc:sldMkLst>
      </pc:sldChg>
      <pc:sldChg chg="add del">
        <pc:chgData name="Jean-Noël HAUSER" userId="4e27450b0d468399" providerId="LiveId" clId="{7038B03E-6179-45A2-907C-F82406B56ECC}" dt="2021-09-14T14:20:23.223" v="1"/>
        <pc:sldMkLst>
          <pc:docMk/>
          <pc:sldMk cId="0" sldId="387"/>
        </pc:sldMkLst>
      </pc:sldChg>
      <pc:sldChg chg="add del">
        <pc:chgData name="Jean-Noël HAUSER" userId="4e27450b0d468399" providerId="LiveId" clId="{7038B03E-6179-45A2-907C-F82406B56ECC}" dt="2021-09-14T14:20:23.223" v="1"/>
        <pc:sldMkLst>
          <pc:docMk/>
          <pc:sldMk cId="0" sldId="388"/>
        </pc:sldMkLst>
      </pc:sldChg>
      <pc:sldChg chg="add del">
        <pc:chgData name="Jean-Noël HAUSER" userId="4e27450b0d468399" providerId="LiveId" clId="{7038B03E-6179-45A2-907C-F82406B56ECC}" dt="2021-09-14T14:20:23.223" v="1"/>
        <pc:sldMkLst>
          <pc:docMk/>
          <pc:sldMk cId="0" sldId="391"/>
        </pc:sldMkLst>
      </pc:sldChg>
      <pc:sldChg chg="add del">
        <pc:chgData name="Jean-Noël HAUSER" userId="4e27450b0d468399" providerId="LiveId" clId="{7038B03E-6179-45A2-907C-F82406B56ECC}" dt="2021-09-14T14:20:23.223" v="1"/>
        <pc:sldMkLst>
          <pc:docMk/>
          <pc:sldMk cId="0" sldId="392"/>
        </pc:sldMkLst>
      </pc:sldChg>
      <pc:sldChg chg="add del">
        <pc:chgData name="Jean-Noël HAUSER" userId="4e27450b0d468399" providerId="LiveId" clId="{7038B03E-6179-45A2-907C-F82406B56ECC}" dt="2021-09-14T14:20:23.223" v="1"/>
        <pc:sldMkLst>
          <pc:docMk/>
          <pc:sldMk cId="0" sldId="393"/>
        </pc:sldMkLst>
      </pc:sldChg>
      <pc:sldChg chg="add del">
        <pc:chgData name="Jean-Noël HAUSER" userId="4e27450b0d468399" providerId="LiveId" clId="{7038B03E-6179-45A2-907C-F82406B56ECC}" dt="2021-09-14T14:20:23.223" v="1"/>
        <pc:sldMkLst>
          <pc:docMk/>
          <pc:sldMk cId="0" sldId="395"/>
        </pc:sldMkLst>
      </pc:sldChg>
      <pc:sldChg chg="add del">
        <pc:chgData name="Jean-Noël HAUSER" userId="4e27450b0d468399" providerId="LiveId" clId="{7038B03E-6179-45A2-907C-F82406B56ECC}" dt="2022-09-06T12:27:06.052" v="802" actId="47"/>
        <pc:sldMkLst>
          <pc:docMk/>
          <pc:sldMk cId="0" sldId="396"/>
        </pc:sldMkLst>
      </pc:sldChg>
      <pc:sldChg chg="add del">
        <pc:chgData name="Jean-Noël HAUSER" userId="4e27450b0d468399" providerId="LiveId" clId="{7038B03E-6179-45A2-907C-F82406B56ECC}" dt="2021-09-14T14:20:23.223" v="1"/>
        <pc:sldMkLst>
          <pc:docMk/>
          <pc:sldMk cId="0" sldId="397"/>
        </pc:sldMkLst>
      </pc:sldChg>
      <pc:sldChg chg="add del">
        <pc:chgData name="Jean-Noël HAUSER" userId="4e27450b0d468399" providerId="LiveId" clId="{7038B03E-6179-45A2-907C-F82406B56ECC}" dt="2021-09-14T14:20:23.223" v="1"/>
        <pc:sldMkLst>
          <pc:docMk/>
          <pc:sldMk cId="0" sldId="398"/>
        </pc:sldMkLst>
      </pc:sldChg>
      <pc:sldChg chg="add del">
        <pc:chgData name="Jean-Noël HAUSER" userId="4e27450b0d468399" providerId="LiveId" clId="{7038B03E-6179-45A2-907C-F82406B56ECC}" dt="2021-09-14T14:20:23.223" v="1"/>
        <pc:sldMkLst>
          <pc:docMk/>
          <pc:sldMk cId="0" sldId="400"/>
        </pc:sldMkLst>
      </pc:sldChg>
      <pc:sldChg chg="add del">
        <pc:chgData name="Jean-Noël HAUSER" userId="4e27450b0d468399" providerId="LiveId" clId="{7038B03E-6179-45A2-907C-F82406B56ECC}" dt="2021-09-14T14:20:23.223" v="1"/>
        <pc:sldMkLst>
          <pc:docMk/>
          <pc:sldMk cId="0" sldId="402"/>
        </pc:sldMkLst>
      </pc:sldChg>
      <pc:sldChg chg="add del">
        <pc:chgData name="Jean-Noël HAUSER" userId="4e27450b0d468399" providerId="LiveId" clId="{7038B03E-6179-45A2-907C-F82406B56ECC}" dt="2021-09-14T14:20:23.223" v="1"/>
        <pc:sldMkLst>
          <pc:docMk/>
          <pc:sldMk cId="0" sldId="403"/>
        </pc:sldMkLst>
      </pc:sldChg>
      <pc:sldChg chg="addSp delSp modSp add del mod setBg">
        <pc:chgData name="Jean-Noël HAUSER" userId="4e27450b0d468399" providerId="LiveId" clId="{7038B03E-6179-45A2-907C-F82406B56ECC}" dt="2021-09-14T14:48:42" v="573" actId="6549"/>
        <pc:sldMkLst>
          <pc:docMk/>
          <pc:sldMk cId="0" sldId="423"/>
        </pc:sldMkLst>
      </pc:sldChg>
      <pc:sldChg chg="modSp add del mod">
        <pc:chgData name="Jean-Noël HAUSER" userId="4e27450b0d468399" providerId="LiveId" clId="{7038B03E-6179-45A2-907C-F82406B56ECC}" dt="2022-09-06T12:29:57.813" v="837" actId="20577"/>
        <pc:sldMkLst>
          <pc:docMk/>
          <pc:sldMk cId="0" sldId="437"/>
        </pc:sldMkLst>
      </pc:sldChg>
      <pc:sldChg chg="add del">
        <pc:chgData name="Jean-Noël HAUSER" userId="4e27450b0d468399" providerId="LiveId" clId="{7038B03E-6179-45A2-907C-F82406B56ECC}" dt="2021-09-14T14:20:23.223" v="1"/>
        <pc:sldMkLst>
          <pc:docMk/>
          <pc:sldMk cId="0" sldId="464"/>
        </pc:sldMkLst>
      </pc:sldChg>
      <pc:sldChg chg="add del">
        <pc:chgData name="Jean-Noël HAUSER" userId="4e27450b0d468399" providerId="LiveId" clId="{7038B03E-6179-45A2-907C-F82406B56ECC}" dt="2021-09-14T14:20:23.223" v="1"/>
        <pc:sldMkLst>
          <pc:docMk/>
          <pc:sldMk cId="0" sldId="465"/>
        </pc:sldMkLst>
      </pc:sldChg>
      <pc:sldChg chg="del">
        <pc:chgData name="Jean-Noël HAUSER" userId="4e27450b0d468399" providerId="LiveId" clId="{7038B03E-6179-45A2-907C-F82406B56ECC}" dt="2021-09-14T14:19:57.232" v="0" actId="47"/>
        <pc:sldMkLst>
          <pc:docMk/>
          <pc:sldMk cId="0" sldId="466"/>
        </pc:sldMkLst>
      </pc:sldChg>
      <pc:sldChg chg="add del">
        <pc:chgData name="Jean-Noël HAUSER" userId="4e27450b0d468399" providerId="LiveId" clId="{7038B03E-6179-45A2-907C-F82406B56ECC}" dt="2021-09-14T14:20:23.223" v="1"/>
        <pc:sldMkLst>
          <pc:docMk/>
          <pc:sldMk cId="0" sldId="468"/>
        </pc:sldMkLst>
      </pc:sldChg>
      <pc:sldChg chg="add del">
        <pc:chgData name="Jean-Noël HAUSER" userId="4e27450b0d468399" providerId="LiveId" clId="{7038B03E-6179-45A2-907C-F82406B56ECC}" dt="2021-09-14T14:20:23.223" v="1"/>
        <pc:sldMkLst>
          <pc:docMk/>
          <pc:sldMk cId="0" sldId="469"/>
        </pc:sldMkLst>
      </pc:sldChg>
      <pc:sldChg chg="add del">
        <pc:chgData name="Jean-Noël HAUSER" userId="4e27450b0d468399" providerId="LiveId" clId="{7038B03E-6179-45A2-907C-F82406B56ECC}" dt="2021-09-14T14:20:23.223" v="1"/>
        <pc:sldMkLst>
          <pc:docMk/>
          <pc:sldMk cId="0" sldId="470"/>
        </pc:sldMkLst>
      </pc:sldChg>
      <pc:sldChg chg="addSp delSp modSp add del mod setBg">
        <pc:chgData name="Jean-Noël HAUSER" userId="4e27450b0d468399" providerId="LiveId" clId="{7038B03E-6179-45A2-907C-F82406B56ECC}" dt="2021-09-14T14:45:54.035" v="541" actId="1076"/>
        <pc:sldMkLst>
          <pc:docMk/>
          <pc:sldMk cId="0" sldId="471"/>
        </pc:sldMkLst>
      </pc:sldChg>
      <pc:sldChg chg="add del">
        <pc:chgData name="Jean-Noël HAUSER" userId="4e27450b0d468399" providerId="LiveId" clId="{7038B03E-6179-45A2-907C-F82406B56ECC}" dt="2021-09-14T14:20:23.223" v="1"/>
        <pc:sldMkLst>
          <pc:docMk/>
          <pc:sldMk cId="0" sldId="472"/>
        </pc:sldMkLst>
      </pc:sldChg>
      <pc:sldChg chg="addSp delSp modSp add del mod setBg">
        <pc:chgData name="Jean-Noël HAUSER" userId="4e27450b0d468399" providerId="LiveId" clId="{7038B03E-6179-45A2-907C-F82406B56ECC}" dt="2021-09-14T14:49:14.354" v="588" actId="6549"/>
        <pc:sldMkLst>
          <pc:docMk/>
          <pc:sldMk cId="0" sldId="473"/>
        </pc:sldMkLst>
      </pc:sldChg>
      <pc:sldChg chg="add del">
        <pc:chgData name="Jean-Noël HAUSER" userId="4e27450b0d468399" providerId="LiveId" clId="{7038B03E-6179-45A2-907C-F82406B56ECC}" dt="2022-09-06T12:23:38.696" v="789" actId="2696"/>
        <pc:sldMkLst>
          <pc:docMk/>
          <pc:sldMk cId="129165279" sldId="478"/>
        </pc:sldMkLst>
      </pc:sldChg>
      <pc:sldChg chg="add del">
        <pc:chgData name="Jean-Noël HAUSER" userId="4e27450b0d468399" providerId="LiveId" clId="{7038B03E-6179-45A2-907C-F82406B56ECC}" dt="2021-09-14T14:20:23.223" v="1"/>
        <pc:sldMkLst>
          <pc:docMk/>
          <pc:sldMk cId="0" sldId="479"/>
        </pc:sldMkLst>
      </pc:sldChg>
      <pc:sldChg chg="del">
        <pc:chgData name="Jean-Noël HAUSER" userId="4e27450b0d468399" providerId="LiveId" clId="{7038B03E-6179-45A2-907C-F82406B56ECC}" dt="2021-09-14T14:19:57.232" v="0" actId="47"/>
        <pc:sldMkLst>
          <pc:docMk/>
          <pc:sldMk cId="0" sldId="480"/>
        </pc:sldMkLst>
      </pc:sldChg>
      <pc:sldChg chg="addSp delSp modSp add del mod setBg">
        <pc:chgData name="Jean-Noël HAUSER" userId="4e27450b0d468399" providerId="LiveId" clId="{7038B03E-6179-45A2-907C-F82406B56ECC}" dt="2021-09-14T14:47:18.576" v="556" actId="6549"/>
        <pc:sldMkLst>
          <pc:docMk/>
          <pc:sldMk cId="0" sldId="481"/>
        </pc:sldMkLst>
      </pc:sldChg>
      <pc:sldChg chg="add del">
        <pc:chgData name="Jean-Noël HAUSER" userId="4e27450b0d468399" providerId="LiveId" clId="{7038B03E-6179-45A2-907C-F82406B56ECC}" dt="2021-09-14T14:20:23.223" v="1"/>
        <pc:sldMkLst>
          <pc:docMk/>
          <pc:sldMk cId="0" sldId="482"/>
        </pc:sldMkLst>
      </pc:sldChg>
      <pc:sldChg chg="add del">
        <pc:chgData name="Jean-Noël HAUSER" userId="4e27450b0d468399" providerId="LiveId" clId="{7038B03E-6179-45A2-907C-F82406B56ECC}" dt="2021-09-14T14:20:23.223" v="1"/>
        <pc:sldMkLst>
          <pc:docMk/>
          <pc:sldMk cId="0" sldId="483"/>
        </pc:sldMkLst>
      </pc:sldChg>
      <pc:sldChg chg="modSp add del mod">
        <pc:chgData name="Jean-Noël HAUSER" userId="4e27450b0d468399" providerId="LiveId" clId="{7038B03E-6179-45A2-907C-F82406B56ECC}" dt="2022-09-06T12:25:20.926" v="793" actId="5793"/>
        <pc:sldMkLst>
          <pc:docMk/>
          <pc:sldMk cId="0" sldId="484"/>
        </pc:sldMkLst>
      </pc:sldChg>
      <pc:sldChg chg="modSp add del mod">
        <pc:chgData name="Jean-Noël HAUSER" userId="4e27450b0d468399" providerId="LiveId" clId="{7038B03E-6179-45A2-907C-F82406B56ECC}" dt="2022-09-06T12:25:31.849" v="794" actId="6549"/>
        <pc:sldMkLst>
          <pc:docMk/>
          <pc:sldMk cId="0" sldId="485"/>
        </pc:sldMkLst>
      </pc:sldChg>
      <pc:sldChg chg="addSp delSp modSp add del mod setBg">
        <pc:chgData name="Jean-Noël HAUSER" userId="4e27450b0d468399" providerId="LiveId" clId="{7038B03E-6179-45A2-907C-F82406B56ECC}" dt="2021-09-14T14:48:25.734" v="569" actId="6549"/>
        <pc:sldMkLst>
          <pc:docMk/>
          <pc:sldMk cId="0" sldId="486"/>
        </pc:sldMkLst>
      </pc:sldChg>
      <pc:sldChg chg="addSp delSp modSp add mod setBg">
        <pc:chgData name="Jean-Noël HAUSER" userId="4e27450b0d468399" providerId="LiveId" clId="{7038B03E-6179-45A2-907C-F82406B56ECC}" dt="2021-09-14T14:45:25.530" v="534" actId="1076"/>
        <pc:sldMkLst>
          <pc:docMk/>
          <pc:sldMk cId="717297626" sldId="487"/>
        </pc:sldMkLst>
      </pc:sldChg>
      <pc:sldChg chg="add">
        <pc:chgData name="Jean-Noël HAUSER" userId="4e27450b0d468399" providerId="LiveId" clId="{7038B03E-6179-45A2-907C-F82406B56ECC}" dt="2021-09-14T14:20:23.223" v="1"/>
        <pc:sldMkLst>
          <pc:docMk/>
          <pc:sldMk cId="138900883" sldId="507"/>
        </pc:sldMkLst>
      </pc:sldChg>
      <pc:sldChg chg="add">
        <pc:chgData name="Jean-Noël HAUSER" userId="4e27450b0d468399" providerId="LiveId" clId="{7038B03E-6179-45A2-907C-F82406B56ECC}" dt="2021-09-14T14:20:23.223" v="1"/>
        <pc:sldMkLst>
          <pc:docMk/>
          <pc:sldMk cId="402116366" sldId="508"/>
        </pc:sldMkLst>
      </pc:sldChg>
      <pc:sldChg chg="add">
        <pc:chgData name="Jean-Noël HAUSER" userId="4e27450b0d468399" providerId="LiveId" clId="{7038B03E-6179-45A2-907C-F82406B56ECC}" dt="2021-09-14T14:20:23.223" v="1"/>
        <pc:sldMkLst>
          <pc:docMk/>
          <pc:sldMk cId="3316944720" sldId="509"/>
        </pc:sldMkLst>
      </pc:sldChg>
      <pc:sldChg chg="add">
        <pc:chgData name="Jean-Noël HAUSER" userId="4e27450b0d468399" providerId="LiveId" clId="{7038B03E-6179-45A2-907C-F82406B56ECC}" dt="2021-09-14T14:20:23.223" v="1"/>
        <pc:sldMkLst>
          <pc:docMk/>
          <pc:sldMk cId="3877059186" sldId="510"/>
        </pc:sldMkLst>
      </pc:sldChg>
      <pc:sldChg chg="add">
        <pc:chgData name="Jean-Noël HAUSER" userId="4e27450b0d468399" providerId="LiveId" clId="{7038B03E-6179-45A2-907C-F82406B56ECC}" dt="2021-09-14T14:20:23.223" v="1"/>
        <pc:sldMkLst>
          <pc:docMk/>
          <pc:sldMk cId="3218214227" sldId="511"/>
        </pc:sldMkLst>
      </pc:sldChg>
      <pc:sldChg chg="add">
        <pc:chgData name="Jean-Noël HAUSER" userId="4e27450b0d468399" providerId="LiveId" clId="{7038B03E-6179-45A2-907C-F82406B56ECC}" dt="2021-09-14T14:20:23.223" v="1"/>
        <pc:sldMkLst>
          <pc:docMk/>
          <pc:sldMk cId="4057402624" sldId="512"/>
        </pc:sldMkLst>
      </pc:sldChg>
      <pc:sldChg chg="modSp add mod">
        <pc:chgData name="Jean-Noël HAUSER" userId="4e27450b0d468399" providerId="LiveId" clId="{7038B03E-6179-45A2-907C-F82406B56ECC}" dt="2021-09-27T12:04:39.576" v="589" actId="6549"/>
        <pc:sldMkLst>
          <pc:docMk/>
          <pc:sldMk cId="2807031084" sldId="513"/>
        </pc:sldMkLst>
      </pc:sldChg>
      <pc:sldChg chg="modSp add mod">
        <pc:chgData name="Jean-Noël HAUSER" userId="4e27450b0d468399" providerId="LiveId" clId="{7038B03E-6179-45A2-907C-F82406B56ECC}" dt="2021-09-14T14:36:03.750" v="367" actId="5793"/>
        <pc:sldMkLst>
          <pc:docMk/>
          <pc:sldMk cId="3314325388" sldId="514"/>
        </pc:sldMkLst>
      </pc:sldChg>
      <pc:sldChg chg="modSp add mod">
        <pc:chgData name="Jean-Noël HAUSER" userId="4e27450b0d468399" providerId="LiveId" clId="{7038B03E-6179-45A2-907C-F82406B56ECC}" dt="2023-09-15T11:40:58.937" v="1094" actId="108"/>
        <pc:sldMkLst>
          <pc:docMk/>
          <pc:sldMk cId="1977785753" sldId="515"/>
        </pc:sldMkLst>
      </pc:sldChg>
      <pc:sldChg chg="modSp add mod ord">
        <pc:chgData name="Jean-Noël HAUSER" userId="4e27450b0d468399" providerId="LiveId" clId="{7038B03E-6179-45A2-907C-F82406B56ECC}" dt="2023-09-15T12:04:25.531" v="1262" actId="20577"/>
        <pc:sldMkLst>
          <pc:docMk/>
          <pc:sldMk cId="12600112" sldId="516"/>
        </pc:sldMkLst>
      </pc:sldChg>
      <pc:sldChg chg="add del setBg">
        <pc:chgData name="Jean-Noël HAUSER" userId="4e27450b0d468399" providerId="LiveId" clId="{7038B03E-6179-45A2-907C-F82406B56ECC}" dt="2023-09-15T12:03:42.846" v="1230" actId="47"/>
        <pc:sldMkLst>
          <pc:docMk/>
          <pc:sldMk cId="1665608001" sldId="516"/>
        </pc:sldMkLst>
      </pc:sldChg>
      <pc:sldChg chg="add del setBg">
        <pc:chgData name="Jean-Noël HAUSER" userId="4e27450b0d468399" providerId="LiveId" clId="{7038B03E-6179-45A2-907C-F82406B56ECC}" dt="2023-09-15T12:03:51.415" v="1232" actId="47"/>
        <pc:sldMkLst>
          <pc:docMk/>
          <pc:sldMk cId="1700729039" sldId="516"/>
        </pc:sldMkLst>
      </pc:sldChg>
      <pc:sldChg chg="del">
        <pc:chgData name="Jean-Noël HAUSER" userId="4e27450b0d468399" providerId="LiveId" clId="{7038B03E-6179-45A2-907C-F82406B56ECC}" dt="2023-09-15T12:04:00.340" v="1233" actId="47"/>
        <pc:sldMkLst>
          <pc:docMk/>
          <pc:sldMk cId="4047057379" sldId="516"/>
        </pc:sldMkLst>
      </pc:sldChg>
    </pc:docChg>
  </pc:docChgLst>
  <pc:docChgLst>
    <pc:chgData name="Jean-Noël HAUSER" userId="4e27450b0d468399" providerId="LiveId" clId="{45ACDAF7-83D0-4034-AE53-15220AF7A71F}"/>
    <pc:docChg chg="custSel modSld">
      <pc:chgData name="Jean-Noël HAUSER" userId="4e27450b0d468399" providerId="LiveId" clId="{45ACDAF7-83D0-4034-AE53-15220AF7A71F}" dt="2020-12-14T13:31:32.214" v="201" actId="15"/>
      <pc:docMkLst>
        <pc:docMk/>
      </pc:docMkLst>
      <pc:sldChg chg="modSp mod">
        <pc:chgData name="Jean-Noël HAUSER" userId="4e27450b0d468399" providerId="LiveId" clId="{45ACDAF7-83D0-4034-AE53-15220AF7A71F}" dt="2020-12-14T13:31:32.214" v="201" actId="15"/>
        <pc:sldMkLst>
          <pc:docMk/>
          <pc:sldMk cId="0" sldId="437"/>
        </pc:sldMkLst>
      </pc:sldChg>
    </pc:docChg>
  </pc:docChgLst>
  <pc:docChgLst>
    <pc:chgData name="Jean-Noël HAUSER" userId="4e27450b0d468399" providerId="LiveId" clId="{AF03BBBF-F990-4094-85A2-EFB0BD054B8D}"/>
    <pc:docChg chg="custSel delSld modSld">
      <pc:chgData name="Jean-Noël HAUSER" userId="4e27450b0d468399" providerId="LiveId" clId="{AF03BBBF-F990-4094-85A2-EFB0BD054B8D}" dt="2024-09-18T15:52:45.297" v="215" actId="47"/>
      <pc:docMkLst>
        <pc:docMk/>
      </pc:docMkLst>
      <pc:sldChg chg="modSp mod">
        <pc:chgData name="Jean-Noël HAUSER" userId="4e27450b0d468399" providerId="LiveId" clId="{AF03BBBF-F990-4094-85A2-EFB0BD054B8D}" dt="2024-09-18T15:38:38.817" v="201" actId="20577"/>
        <pc:sldMkLst>
          <pc:docMk/>
          <pc:sldMk cId="0" sldId="267"/>
        </pc:sldMkLst>
      </pc:sldChg>
      <pc:sldChg chg="modSp mod">
        <pc:chgData name="Jean-Noël HAUSER" userId="4e27450b0d468399" providerId="LiveId" clId="{AF03BBBF-F990-4094-85A2-EFB0BD054B8D}" dt="2024-09-18T15:39:05.387" v="209" actId="6549"/>
        <pc:sldMkLst>
          <pc:docMk/>
          <pc:sldMk cId="0" sldId="269"/>
        </pc:sldMkLst>
      </pc:sldChg>
      <pc:sldChg chg="addSp delSp modSp mod">
        <pc:chgData name="Jean-Noël HAUSER" userId="4e27450b0d468399" providerId="LiveId" clId="{AF03BBBF-F990-4094-85A2-EFB0BD054B8D}" dt="2024-09-18T15:33:43.403" v="158" actId="1076"/>
        <pc:sldMkLst>
          <pc:docMk/>
          <pc:sldMk cId="0" sldId="278"/>
        </pc:sldMkLst>
      </pc:sldChg>
      <pc:sldChg chg="modSp mod">
        <pc:chgData name="Jean-Noël HAUSER" userId="4e27450b0d468399" providerId="LiveId" clId="{AF03BBBF-F990-4094-85A2-EFB0BD054B8D}" dt="2024-09-18T15:37:57.191" v="195" actId="20577"/>
        <pc:sldMkLst>
          <pc:docMk/>
          <pc:sldMk cId="0" sldId="296"/>
        </pc:sldMkLst>
      </pc:sldChg>
      <pc:sldChg chg="modSp mod">
        <pc:chgData name="Jean-Noël HAUSER" userId="4e27450b0d468399" providerId="LiveId" clId="{AF03BBBF-F990-4094-85A2-EFB0BD054B8D}" dt="2024-09-18T15:37:35.292" v="185" actId="27636"/>
        <pc:sldMkLst>
          <pc:docMk/>
          <pc:sldMk cId="0" sldId="308"/>
        </pc:sldMkLst>
      </pc:sldChg>
      <pc:sldChg chg="modSp mod">
        <pc:chgData name="Jean-Noël HAUSER" userId="4e27450b0d468399" providerId="LiveId" clId="{AF03BBBF-F990-4094-85A2-EFB0BD054B8D}" dt="2024-09-18T15:40:37.606" v="210" actId="6549"/>
        <pc:sldMkLst>
          <pc:docMk/>
          <pc:sldMk cId="0" sldId="392"/>
        </pc:sldMkLst>
      </pc:sldChg>
      <pc:sldChg chg="modSp mod">
        <pc:chgData name="Jean-Noël HAUSER" userId="4e27450b0d468399" providerId="LiveId" clId="{AF03BBBF-F990-4094-85A2-EFB0BD054B8D}" dt="2024-09-18T15:40:41.567" v="211" actId="6549"/>
        <pc:sldMkLst>
          <pc:docMk/>
          <pc:sldMk cId="0" sldId="393"/>
        </pc:sldMkLst>
      </pc:sldChg>
      <pc:sldChg chg="modSp mod">
        <pc:chgData name="Jean-Noël HAUSER" userId="4e27450b0d468399" providerId="LiveId" clId="{AF03BBBF-F990-4094-85A2-EFB0BD054B8D}" dt="2024-09-18T15:40:52.296" v="213" actId="27636"/>
        <pc:sldMkLst>
          <pc:docMk/>
          <pc:sldMk cId="0" sldId="397"/>
        </pc:sldMkLst>
      </pc:sldChg>
      <pc:sldChg chg="del">
        <pc:chgData name="Jean-Noël HAUSER" userId="4e27450b0d468399" providerId="LiveId" clId="{AF03BBBF-F990-4094-85A2-EFB0BD054B8D}" dt="2024-09-18T15:52:45.297" v="215" actId="47"/>
        <pc:sldMkLst>
          <pc:docMk/>
          <pc:sldMk cId="0" sldId="403"/>
        </pc:sldMkLst>
      </pc:sldChg>
      <pc:sldChg chg="modSp mod">
        <pc:chgData name="Jean-Noël HAUSER" userId="4e27450b0d468399" providerId="LiveId" clId="{AF03BBBF-F990-4094-85A2-EFB0BD054B8D}" dt="2024-09-18T15:41:05.137" v="214" actId="20577"/>
        <pc:sldMkLst>
          <pc:docMk/>
          <pc:sldMk cId="0" sldId="423"/>
        </pc:sldMkLst>
      </pc:sldChg>
      <pc:sldChg chg="addSp delSp modSp mod">
        <pc:chgData name="Jean-Noël HAUSER" userId="4e27450b0d468399" providerId="LiveId" clId="{AF03BBBF-F990-4094-85A2-EFB0BD054B8D}" dt="2024-09-18T15:35:35.077" v="171" actId="1076"/>
        <pc:sldMkLst>
          <pc:docMk/>
          <pc:sldMk cId="0" sldId="437"/>
        </pc:sldMkLst>
      </pc:sldChg>
      <pc:sldChg chg="del">
        <pc:chgData name="Jean-Noël HAUSER" userId="4e27450b0d468399" providerId="LiveId" clId="{AF03BBBF-F990-4094-85A2-EFB0BD054B8D}" dt="2024-09-18T15:28:39.976" v="109" actId="47"/>
        <pc:sldMkLst>
          <pc:docMk/>
          <pc:sldMk cId="3877059186" sldId="510"/>
        </pc:sldMkLst>
      </pc:sldChg>
      <pc:sldChg chg="del">
        <pc:chgData name="Jean-Noël HAUSER" userId="4e27450b0d468399" providerId="LiveId" clId="{AF03BBBF-F990-4094-85A2-EFB0BD054B8D}" dt="2024-09-18T15:29:13.726" v="110" actId="47"/>
        <pc:sldMkLst>
          <pc:docMk/>
          <pc:sldMk cId="3218214227" sldId="511"/>
        </pc:sldMkLst>
      </pc:sldChg>
      <pc:sldChg chg="modSp mod">
        <pc:chgData name="Jean-Noël HAUSER" userId="4e27450b0d468399" providerId="LiveId" clId="{AF03BBBF-F990-4094-85A2-EFB0BD054B8D}" dt="2024-09-18T15:30:00.576" v="124" actId="20577"/>
        <pc:sldMkLst>
          <pc:docMk/>
          <pc:sldMk cId="4057402624" sldId="512"/>
        </pc:sldMkLst>
      </pc:sldChg>
      <pc:sldChg chg="del">
        <pc:chgData name="Jean-Noël HAUSER" userId="4e27450b0d468399" providerId="LiveId" clId="{AF03BBBF-F990-4094-85A2-EFB0BD054B8D}" dt="2024-09-18T15:34:48.038" v="159" actId="47"/>
        <pc:sldMkLst>
          <pc:docMk/>
          <pc:sldMk cId="2807031084" sldId="513"/>
        </pc:sldMkLst>
      </pc:sldChg>
      <pc:sldChg chg="modSp mod">
        <pc:chgData name="Jean-Noël HAUSER" userId="4e27450b0d468399" providerId="LiveId" clId="{AF03BBBF-F990-4094-85A2-EFB0BD054B8D}" dt="2024-09-18T15:27:14.507" v="108" actId="20577"/>
        <pc:sldMkLst>
          <pc:docMk/>
          <pc:sldMk cId="1977785753" sldId="515"/>
        </pc:sldMkLst>
      </pc:sldChg>
    </pc:docChg>
  </pc:docChgLst>
  <pc:docChgLst>
    <pc:chgData name="Jean-Noël HAUSER" userId="4e27450b0d468399" providerId="LiveId" clId="{C12B259E-3C99-45E0-952F-2BD160117ADD}"/>
    <pc:docChg chg="custSel addSld delSld modSld sldOrd">
      <pc:chgData name="Jean-Noël HAUSER" userId="4e27450b0d468399" providerId="LiveId" clId="{C12B259E-3C99-45E0-952F-2BD160117ADD}" dt="2025-09-03T11:46:57.520" v="2377" actId="6549"/>
      <pc:docMkLst>
        <pc:docMk/>
      </pc:docMkLst>
      <pc:sldChg chg="modSp del mod">
        <pc:chgData name="Jean-Noël HAUSER" userId="4e27450b0d468399" providerId="LiveId" clId="{C12B259E-3C99-45E0-952F-2BD160117ADD}" dt="2025-09-02T12:54:08.923" v="420" actId="47"/>
        <pc:sldMkLst>
          <pc:docMk/>
          <pc:sldMk cId="0" sldId="256"/>
        </pc:sldMkLst>
        <pc:spChg chg="mod">
          <ac:chgData name="Jean-Noël HAUSER" userId="4e27450b0d468399" providerId="LiveId" clId="{C12B259E-3C99-45E0-952F-2BD160117ADD}" dt="2025-09-02T12:47:52.098" v="60" actId="20577"/>
          <ac:spMkLst>
            <pc:docMk/>
            <pc:sldMk cId="0" sldId="256"/>
            <ac:spMk id="4" creationId="{00000000-0000-0000-0000-000000000000}"/>
          </ac:spMkLst>
        </pc:spChg>
        <pc:spChg chg="mod">
          <ac:chgData name="Jean-Noël HAUSER" userId="4e27450b0d468399" providerId="LiveId" clId="{C12B259E-3C99-45E0-952F-2BD160117ADD}" dt="2025-09-02T12:47:34.166" v="27" actId="20577"/>
          <ac:spMkLst>
            <pc:docMk/>
            <pc:sldMk cId="0" sldId="256"/>
            <ac:spMk id="7" creationId="{00000000-0000-0000-0000-000000000000}"/>
          </ac:spMkLst>
        </pc:spChg>
      </pc:sldChg>
      <pc:sldChg chg="del">
        <pc:chgData name="Jean-Noël HAUSER" userId="4e27450b0d468399" providerId="LiveId" clId="{C12B259E-3C99-45E0-952F-2BD160117ADD}" dt="2025-09-03T08:24:23.299" v="1744" actId="47"/>
        <pc:sldMkLst>
          <pc:docMk/>
          <pc:sldMk cId="0" sldId="258"/>
        </pc:sldMkLst>
      </pc:sldChg>
      <pc:sldChg chg="del">
        <pc:chgData name="Jean-Noël HAUSER" userId="4e27450b0d468399" providerId="LiveId" clId="{C12B259E-3C99-45E0-952F-2BD160117ADD}" dt="2025-09-03T08:24:23.299" v="1744" actId="47"/>
        <pc:sldMkLst>
          <pc:docMk/>
          <pc:sldMk cId="0" sldId="259"/>
        </pc:sldMkLst>
      </pc:sldChg>
      <pc:sldChg chg="del">
        <pc:chgData name="Jean-Noël HAUSER" userId="4e27450b0d468399" providerId="LiveId" clId="{C12B259E-3C99-45E0-952F-2BD160117ADD}" dt="2025-09-03T08:24:23.299" v="1744" actId="47"/>
        <pc:sldMkLst>
          <pc:docMk/>
          <pc:sldMk cId="0" sldId="261"/>
        </pc:sldMkLst>
      </pc:sldChg>
      <pc:sldChg chg="del">
        <pc:chgData name="Jean-Noël HAUSER" userId="4e27450b0d468399" providerId="LiveId" clId="{C12B259E-3C99-45E0-952F-2BD160117ADD}" dt="2025-09-03T08:24:23.299" v="1744" actId="47"/>
        <pc:sldMkLst>
          <pc:docMk/>
          <pc:sldMk cId="0" sldId="262"/>
        </pc:sldMkLst>
      </pc:sldChg>
      <pc:sldChg chg="del">
        <pc:chgData name="Jean-Noël HAUSER" userId="4e27450b0d468399" providerId="LiveId" clId="{C12B259E-3C99-45E0-952F-2BD160117ADD}" dt="2025-09-03T08:24:23.299" v="1744" actId="47"/>
        <pc:sldMkLst>
          <pc:docMk/>
          <pc:sldMk cId="0" sldId="264"/>
        </pc:sldMkLst>
      </pc:sldChg>
      <pc:sldChg chg="del">
        <pc:chgData name="Jean-Noël HAUSER" userId="4e27450b0d468399" providerId="LiveId" clId="{C12B259E-3C99-45E0-952F-2BD160117ADD}" dt="2025-09-03T08:24:23.299" v="1744" actId="47"/>
        <pc:sldMkLst>
          <pc:docMk/>
          <pc:sldMk cId="0" sldId="265"/>
        </pc:sldMkLst>
      </pc:sldChg>
      <pc:sldChg chg="del">
        <pc:chgData name="Jean-Noël HAUSER" userId="4e27450b0d468399" providerId="LiveId" clId="{C12B259E-3C99-45E0-952F-2BD160117ADD}" dt="2025-09-03T08:24:23.299" v="1744" actId="47"/>
        <pc:sldMkLst>
          <pc:docMk/>
          <pc:sldMk cId="0" sldId="266"/>
        </pc:sldMkLst>
      </pc:sldChg>
      <pc:sldChg chg="del">
        <pc:chgData name="Jean-Noël HAUSER" userId="4e27450b0d468399" providerId="LiveId" clId="{C12B259E-3C99-45E0-952F-2BD160117ADD}" dt="2025-09-03T08:24:23.299" v="1744" actId="47"/>
        <pc:sldMkLst>
          <pc:docMk/>
          <pc:sldMk cId="0" sldId="267"/>
        </pc:sldMkLst>
      </pc:sldChg>
      <pc:sldChg chg="del">
        <pc:chgData name="Jean-Noël HAUSER" userId="4e27450b0d468399" providerId="LiveId" clId="{C12B259E-3C99-45E0-952F-2BD160117ADD}" dt="2025-09-03T08:24:23.299" v="1744" actId="47"/>
        <pc:sldMkLst>
          <pc:docMk/>
          <pc:sldMk cId="0" sldId="269"/>
        </pc:sldMkLst>
      </pc:sldChg>
      <pc:sldChg chg="del">
        <pc:chgData name="Jean-Noël HAUSER" userId="4e27450b0d468399" providerId="LiveId" clId="{C12B259E-3C99-45E0-952F-2BD160117ADD}" dt="2025-09-03T08:24:23.299" v="1744" actId="47"/>
        <pc:sldMkLst>
          <pc:docMk/>
          <pc:sldMk cId="0" sldId="271"/>
        </pc:sldMkLst>
      </pc:sldChg>
      <pc:sldChg chg="del">
        <pc:chgData name="Jean-Noël HAUSER" userId="4e27450b0d468399" providerId="LiveId" clId="{C12B259E-3C99-45E0-952F-2BD160117ADD}" dt="2025-09-03T08:24:23.299" v="1744" actId="47"/>
        <pc:sldMkLst>
          <pc:docMk/>
          <pc:sldMk cId="0" sldId="272"/>
        </pc:sldMkLst>
      </pc:sldChg>
      <pc:sldChg chg="del">
        <pc:chgData name="Jean-Noël HAUSER" userId="4e27450b0d468399" providerId="LiveId" clId="{C12B259E-3C99-45E0-952F-2BD160117ADD}" dt="2025-09-03T08:24:23.299" v="1744" actId="47"/>
        <pc:sldMkLst>
          <pc:docMk/>
          <pc:sldMk cId="0" sldId="273"/>
        </pc:sldMkLst>
      </pc:sldChg>
      <pc:sldChg chg="del">
        <pc:chgData name="Jean-Noël HAUSER" userId="4e27450b0d468399" providerId="LiveId" clId="{C12B259E-3C99-45E0-952F-2BD160117ADD}" dt="2025-09-03T08:24:23.299" v="1744" actId="47"/>
        <pc:sldMkLst>
          <pc:docMk/>
          <pc:sldMk cId="0" sldId="275"/>
        </pc:sldMkLst>
      </pc:sldChg>
      <pc:sldChg chg="modSp del mod">
        <pc:chgData name="Jean-Noël HAUSER" userId="4e27450b0d468399" providerId="LiveId" clId="{C12B259E-3C99-45E0-952F-2BD160117ADD}" dt="2025-09-03T08:24:23.299" v="1744" actId="47"/>
        <pc:sldMkLst>
          <pc:docMk/>
          <pc:sldMk cId="0" sldId="278"/>
        </pc:sldMkLst>
        <pc:spChg chg="mod">
          <ac:chgData name="Jean-Noël HAUSER" userId="4e27450b0d468399" providerId="LiveId" clId="{C12B259E-3C99-45E0-952F-2BD160117ADD}" dt="2025-09-02T14:18:59.218" v="1353" actId="20577"/>
          <ac:spMkLst>
            <pc:docMk/>
            <pc:sldMk cId="0" sldId="278"/>
            <ac:spMk id="4" creationId="{00000000-0000-0000-0000-000000000000}"/>
          </ac:spMkLst>
        </pc:spChg>
      </pc:sldChg>
      <pc:sldChg chg="modSp add mod">
        <pc:chgData name="Jean-Noël HAUSER" userId="4e27450b0d468399" providerId="LiveId" clId="{C12B259E-3C99-45E0-952F-2BD160117ADD}" dt="2025-09-02T15:17:37.341" v="1420" actId="27636"/>
        <pc:sldMkLst>
          <pc:docMk/>
          <pc:sldMk cId="0" sldId="288"/>
        </pc:sldMkLst>
        <pc:spChg chg="mod">
          <ac:chgData name="Jean-Noël HAUSER" userId="4e27450b0d468399" providerId="LiveId" clId="{C12B259E-3C99-45E0-952F-2BD160117ADD}" dt="2025-09-02T15:17:37.341" v="1420" actId="27636"/>
          <ac:spMkLst>
            <pc:docMk/>
            <pc:sldMk cId="0" sldId="288"/>
            <ac:spMk id="3" creationId="{00000000-0000-0000-0000-000000000000}"/>
          </ac:spMkLst>
        </pc:spChg>
      </pc:sldChg>
      <pc:sldChg chg="del">
        <pc:chgData name="Jean-Noël HAUSER" userId="4e27450b0d468399" providerId="LiveId" clId="{C12B259E-3C99-45E0-952F-2BD160117ADD}" dt="2025-09-02T14:07:08.307" v="1049" actId="47"/>
        <pc:sldMkLst>
          <pc:docMk/>
          <pc:sldMk cId="0" sldId="290"/>
        </pc:sldMkLst>
      </pc:sldChg>
      <pc:sldChg chg="del">
        <pc:chgData name="Jean-Noël HAUSER" userId="4e27450b0d468399" providerId="LiveId" clId="{C12B259E-3C99-45E0-952F-2BD160117ADD}" dt="2025-09-03T08:24:23.299" v="1744" actId="47"/>
        <pc:sldMkLst>
          <pc:docMk/>
          <pc:sldMk cId="0" sldId="292"/>
        </pc:sldMkLst>
      </pc:sldChg>
      <pc:sldChg chg="del">
        <pc:chgData name="Jean-Noël HAUSER" userId="4e27450b0d468399" providerId="LiveId" clId="{C12B259E-3C99-45E0-952F-2BD160117ADD}" dt="2025-09-03T08:24:23.299" v="1744" actId="47"/>
        <pc:sldMkLst>
          <pc:docMk/>
          <pc:sldMk cId="0" sldId="294"/>
        </pc:sldMkLst>
      </pc:sldChg>
      <pc:sldChg chg="del">
        <pc:chgData name="Jean-Noël HAUSER" userId="4e27450b0d468399" providerId="LiveId" clId="{C12B259E-3C99-45E0-952F-2BD160117ADD}" dt="2025-09-03T08:24:23.299" v="1744" actId="47"/>
        <pc:sldMkLst>
          <pc:docMk/>
          <pc:sldMk cId="0" sldId="295"/>
        </pc:sldMkLst>
      </pc:sldChg>
      <pc:sldChg chg="del">
        <pc:chgData name="Jean-Noël HAUSER" userId="4e27450b0d468399" providerId="LiveId" clId="{C12B259E-3C99-45E0-952F-2BD160117ADD}" dt="2025-09-03T08:24:23.299" v="1744" actId="47"/>
        <pc:sldMkLst>
          <pc:docMk/>
          <pc:sldMk cId="0" sldId="296"/>
        </pc:sldMkLst>
      </pc:sldChg>
      <pc:sldChg chg="del">
        <pc:chgData name="Jean-Noël HAUSER" userId="4e27450b0d468399" providerId="LiveId" clId="{C12B259E-3C99-45E0-952F-2BD160117ADD}" dt="2025-09-03T08:24:23.299" v="1744" actId="47"/>
        <pc:sldMkLst>
          <pc:docMk/>
          <pc:sldMk cId="0" sldId="297"/>
        </pc:sldMkLst>
      </pc:sldChg>
      <pc:sldChg chg="del">
        <pc:chgData name="Jean-Noël HAUSER" userId="4e27450b0d468399" providerId="LiveId" clId="{C12B259E-3C99-45E0-952F-2BD160117ADD}" dt="2025-09-03T08:24:23.299" v="1744" actId="47"/>
        <pc:sldMkLst>
          <pc:docMk/>
          <pc:sldMk cId="0" sldId="303"/>
        </pc:sldMkLst>
      </pc:sldChg>
      <pc:sldChg chg="del">
        <pc:chgData name="Jean-Noël HAUSER" userId="4e27450b0d468399" providerId="LiveId" clId="{C12B259E-3C99-45E0-952F-2BD160117ADD}" dt="2025-09-02T14:07:08.307" v="1049" actId="47"/>
        <pc:sldMkLst>
          <pc:docMk/>
          <pc:sldMk cId="0" sldId="306"/>
        </pc:sldMkLst>
      </pc:sldChg>
      <pc:sldChg chg="del">
        <pc:chgData name="Jean-Noël HAUSER" userId="4e27450b0d468399" providerId="LiveId" clId="{C12B259E-3C99-45E0-952F-2BD160117ADD}" dt="2025-09-03T08:24:23.299" v="1744" actId="47"/>
        <pc:sldMkLst>
          <pc:docMk/>
          <pc:sldMk cId="0" sldId="308"/>
        </pc:sldMkLst>
      </pc:sldChg>
      <pc:sldChg chg="del">
        <pc:chgData name="Jean-Noël HAUSER" userId="4e27450b0d468399" providerId="LiveId" clId="{C12B259E-3C99-45E0-952F-2BD160117ADD}" dt="2025-09-03T08:24:23.299" v="1744" actId="47"/>
        <pc:sldMkLst>
          <pc:docMk/>
          <pc:sldMk cId="0" sldId="309"/>
        </pc:sldMkLst>
      </pc:sldChg>
      <pc:sldChg chg="del">
        <pc:chgData name="Jean-Noël HAUSER" userId="4e27450b0d468399" providerId="LiveId" clId="{C12B259E-3C99-45E0-952F-2BD160117ADD}" dt="2025-09-03T08:24:23.299" v="1744" actId="47"/>
        <pc:sldMkLst>
          <pc:docMk/>
          <pc:sldMk cId="0" sldId="310"/>
        </pc:sldMkLst>
      </pc:sldChg>
      <pc:sldChg chg="del">
        <pc:chgData name="Jean-Noël HAUSER" userId="4e27450b0d468399" providerId="LiveId" clId="{C12B259E-3C99-45E0-952F-2BD160117ADD}" dt="2025-09-03T08:24:23.299" v="1744" actId="47"/>
        <pc:sldMkLst>
          <pc:docMk/>
          <pc:sldMk cId="0" sldId="314"/>
        </pc:sldMkLst>
      </pc:sldChg>
      <pc:sldChg chg="del">
        <pc:chgData name="Jean-Noël HAUSER" userId="4e27450b0d468399" providerId="LiveId" clId="{C12B259E-3C99-45E0-952F-2BD160117ADD}" dt="2025-09-03T08:24:23.299" v="1744" actId="47"/>
        <pc:sldMkLst>
          <pc:docMk/>
          <pc:sldMk cId="0" sldId="318"/>
        </pc:sldMkLst>
      </pc:sldChg>
      <pc:sldChg chg="del">
        <pc:chgData name="Jean-Noël HAUSER" userId="4e27450b0d468399" providerId="LiveId" clId="{C12B259E-3C99-45E0-952F-2BD160117ADD}" dt="2025-09-03T08:24:23.299" v="1744" actId="47"/>
        <pc:sldMkLst>
          <pc:docMk/>
          <pc:sldMk cId="0" sldId="322"/>
        </pc:sldMkLst>
      </pc:sldChg>
      <pc:sldChg chg="del">
        <pc:chgData name="Jean-Noël HAUSER" userId="4e27450b0d468399" providerId="LiveId" clId="{C12B259E-3C99-45E0-952F-2BD160117ADD}" dt="2025-09-03T08:24:23.299" v="1744" actId="47"/>
        <pc:sldMkLst>
          <pc:docMk/>
          <pc:sldMk cId="0" sldId="323"/>
        </pc:sldMkLst>
      </pc:sldChg>
      <pc:sldChg chg="add del setBg">
        <pc:chgData name="Jean-Noël HAUSER" userId="4e27450b0d468399" providerId="LiveId" clId="{C12B259E-3C99-45E0-952F-2BD160117ADD}" dt="2025-09-02T14:09:03.367" v="1144" actId="47"/>
        <pc:sldMkLst>
          <pc:docMk/>
          <pc:sldMk cId="0" sldId="331"/>
        </pc:sldMkLst>
      </pc:sldChg>
      <pc:sldChg chg="del">
        <pc:chgData name="Jean-Noël HAUSER" userId="4e27450b0d468399" providerId="LiveId" clId="{C12B259E-3C99-45E0-952F-2BD160117ADD}" dt="2025-09-02T14:07:08.307" v="1049" actId="47"/>
        <pc:sldMkLst>
          <pc:docMk/>
          <pc:sldMk cId="2775392103" sldId="336"/>
        </pc:sldMkLst>
      </pc:sldChg>
      <pc:sldChg chg="del">
        <pc:chgData name="Jean-Noël HAUSER" userId="4e27450b0d468399" providerId="LiveId" clId="{C12B259E-3C99-45E0-952F-2BD160117ADD}" dt="2025-09-02T14:07:08.307" v="1049" actId="47"/>
        <pc:sldMkLst>
          <pc:docMk/>
          <pc:sldMk cId="943190676" sldId="337"/>
        </pc:sldMkLst>
      </pc:sldChg>
      <pc:sldChg chg="del">
        <pc:chgData name="Jean-Noël HAUSER" userId="4e27450b0d468399" providerId="LiveId" clId="{C12B259E-3C99-45E0-952F-2BD160117ADD}" dt="2025-09-03T08:24:23.299" v="1744" actId="47"/>
        <pc:sldMkLst>
          <pc:docMk/>
          <pc:sldMk cId="0" sldId="342"/>
        </pc:sldMkLst>
      </pc:sldChg>
      <pc:sldChg chg="del">
        <pc:chgData name="Jean-Noël HAUSER" userId="4e27450b0d468399" providerId="LiveId" clId="{C12B259E-3C99-45E0-952F-2BD160117ADD}" dt="2025-09-03T08:24:23.299" v="1744" actId="47"/>
        <pc:sldMkLst>
          <pc:docMk/>
          <pc:sldMk cId="0" sldId="343"/>
        </pc:sldMkLst>
      </pc:sldChg>
      <pc:sldChg chg="modSp del mod">
        <pc:chgData name="Jean-Noël HAUSER" userId="4e27450b0d468399" providerId="LiveId" clId="{C12B259E-3C99-45E0-952F-2BD160117ADD}" dt="2025-09-02T15:09:29.323" v="1411" actId="47"/>
        <pc:sldMkLst>
          <pc:docMk/>
          <pc:sldMk cId="0" sldId="377"/>
        </pc:sldMkLst>
        <pc:spChg chg="mod">
          <ac:chgData name="Jean-Noël HAUSER" userId="4e27450b0d468399" providerId="LiveId" clId="{C12B259E-3C99-45E0-952F-2BD160117ADD}" dt="2025-09-02T13:53:22.966" v="976" actId="5793"/>
          <ac:spMkLst>
            <pc:docMk/>
            <pc:sldMk cId="0" sldId="377"/>
            <ac:spMk id="3" creationId="{00000000-0000-0000-0000-000000000000}"/>
          </ac:spMkLst>
        </pc:spChg>
      </pc:sldChg>
      <pc:sldChg chg="del">
        <pc:chgData name="Jean-Noël HAUSER" userId="4e27450b0d468399" providerId="LiveId" clId="{C12B259E-3C99-45E0-952F-2BD160117ADD}" dt="2025-09-03T08:41:40.736" v="2136" actId="47"/>
        <pc:sldMkLst>
          <pc:docMk/>
          <pc:sldMk cId="0" sldId="378"/>
        </pc:sldMkLst>
      </pc:sldChg>
      <pc:sldChg chg="del">
        <pc:chgData name="Jean-Noël HAUSER" userId="4e27450b0d468399" providerId="LiveId" clId="{C12B259E-3C99-45E0-952F-2BD160117ADD}" dt="2025-09-03T08:41:40.736" v="2136" actId="47"/>
        <pc:sldMkLst>
          <pc:docMk/>
          <pc:sldMk cId="0" sldId="379"/>
        </pc:sldMkLst>
      </pc:sldChg>
      <pc:sldChg chg="del">
        <pc:chgData name="Jean-Noël HAUSER" userId="4e27450b0d468399" providerId="LiveId" clId="{C12B259E-3C99-45E0-952F-2BD160117ADD}" dt="2025-09-03T08:41:40.736" v="2136" actId="47"/>
        <pc:sldMkLst>
          <pc:docMk/>
          <pc:sldMk cId="0" sldId="380"/>
        </pc:sldMkLst>
      </pc:sldChg>
      <pc:sldChg chg="del">
        <pc:chgData name="Jean-Noël HAUSER" userId="4e27450b0d468399" providerId="LiveId" clId="{C12B259E-3C99-45E0-952F-2BD160117ADD}" dt="2025-09-03T08:41:40.736" v="2136" actId="47"/>
        <pc:sldMkLst>
          <pc:docMk/>
          <pc:sldMk cId="0" sldId="381"/>
        </pc:sldMkLst>
      </pc:sldChg>
      <pc:sldChg chg="del">
        <pc:chgData name="Jean-Noël HAUSER" userId="4e27450b0d468399" providerId="LiveId" clId="{C12B259E-3C99-45E0-952F-2BD160117ADD}" dt="2025-09-03T08:41:40.736" v="2136" actId="47"/>
        <pc:sldMkLst>
          <pc:docMk/>
          <pc:sldMk cId="0" sldId="383"/>
        </pc:sldMkLst>
      </pc:sldChg>
      <pc:sldChg chg="del">
        <pc:chgData name="Jean-Noël HAUSER" userId="4e27450b0d468399" providerId="LiveId" clId="{C12B259E-3C99-45E0-952F-2BD160117ADD}" dt="2025-09-03T08:41:40.736" v="2136" actId="47"/>
        <pc:sldMkLst>
          <pc:docMk/>
          <pc:sldMk cId="0" sldId="387"/>
        </pc:sldMkLst>
      </pc:sldChg>
      <pc:sldChg chg="del">
        <pc:chgData name="Jean-Noël HAUSER" userId="4e27450b0d468399" providerId="LiveId" clId="{C12B259E-3C99-45E0-952F-2BD160117ADD}" dt="2025-09-03T08:41:40.736" v="2136" actId="47"/>
        <pc:sldMkLst>
          <pc:docMk/>
          <pc:sldMk cId="0" sldId="388"/>
        </pc:sldMkLst>
      </pc:sldChg>
      <pc:sldChg chg="del">
        <pc:chgData name="Jean-Noël HAUSER" userId="4e27450b0d468399" providerId="LiveId" clId="{C12B259E-3C99-45E0-952F-2BD160117ADD}" dt="2025-09-03T08:41:40.736" v="2136" actId="47"/>
        <pc:sldMkLst>
          <pc:docMk/>
          <pc:sldMk cId="0" sldId="391"/>
        </pc:sldMkLst>
      </pc:sldChg>
      <pc:sldChg chg="del">
        <pc:chgData name="Jean-Noël HAUSER" userId="4e27450b0d468399" providerId="LiveId" clId="{C12B259E-3C99-45E0-952F-2BD160117ADD}" dt="2025-09-03T08:41:40.736" v="2136" actId="47"/>
        <pc:sldMkLst>
          <pc:docMk/>
          <pc:sldMk cId="0" sldId="392"/>
        </pc:sldMkLst>
      </pc:sldChg>
      <pc:sldChg chg="del">
        <pc:chgData name="Jean-Noël HAUSER" userId="4e27450b0d468399" providerId="LiveId" clId="{C12B259E-3C99-45E0-952F-2BD160117ADD}" dt="2025-09-03T08:41:40.736" v="2136" actId="47"/>
        <pc:sldMkLst>
          <pc:docMk/>
          <pc:sldMk cId="0" sldId="393"/>
        </pc:sldMkLst>
      </pc:sldChg>
      <pc:sldChg chg="del">
        <pc:chgData name="Jean-Noël HAUSER" userId="4e27450b0d468399" providerId="LiveId" clId="{C12B259E-3C99-45E0-952F-2BD160117ADD}" dt="2025-09-03T08:41:40.736" v="2136" actId="47"/>
        <pc:sldMkLst>
          <pc:docMk/>
          <pc:sldMk cId="0" sldId="395"/>
        </pc:sldMkLst>
      </pc:sldChg>
      <pc:sldChg chg="del">
        <pc:chgData name="Jean-Noël HAUSER" userId="4e27450b0d468399" providerId="LiveId" clId="{C12B259E-3C99-45E0-952F-2BD160117ADD}" dt="2025-09-03T08:41:40.736" v="2136" actId="47"/>
        <pc:sldMkLst>
          <pc:docMk/>
          <pc:sldMk cId="0" sldId="397"/>
        </pc:sldMkLst>
      </pc:sldChg>
      <pc:sldChg chg="del">
        <pc:chgData name="Jean-Noël HAUSER" userId="4e27450b0d468399" providerId="LiveId" clId="{C12B259E-3C99-45E0-952F-2BD160117ADD}" dt="2025-09-03T08:41:40.736" v="2136" actId="47"/>
        <pc:sldMkLst>
          <pc:docMk/>
          <pc:sldMk cId="0" sldId="398"/>
        </pc:sldMkLst>
      </pc:sldChg>
      <pc:sldChg chg="del">
        <pc:chgData name="Jean-Noël HAUSER" userId="4e27450b0d468399" providerId="LiveId" clId="{C12B259E-3C99-45E0-952F-2BD160117ADD}" dt="2025-09-03T08:41:40.736" v="2136" actId="47"/>
        <pc:sldMkLst>
          <pc:docMk/>
          <pc:sldMk cId="0" sldId="400"/>
        </pc:sldMkLst>
      </pc:sldChg>
      <pc:sldChg chg="del">
        <pc:chgData name="Jean-Noël HAUSER" userId="4e27450b0d468399" providerId="LiveId" clId="{C12B259E-3C99-45E0-952F-2BD160117ADD}" dt="2025-09-03T08:41:40.736" v="2136" actId="47"/>
        <pc:sldMkLst>
          <pc:docMk/>
          <pc:sldMk cId="0" sldId="402"/>
        </pc:sldMkLst>
      </pc:sldChg>
      <pc:sldChg chg="modSp del mod">
        <pc:chgData name="Jean-Noël HAUSER" userId="4e27450b0d468399" providerId="LiveId" clId="{C12B259E-3C99-45E0-952F-2BD160117ADD}" dt="2025-09-03T08:41:40.736" v="2136" actId="47"/>
        <pc:sldMkLst>
          <pc:docMk/>
          <pc:sldMk cId="0" sldId="423"/>
        </pc:sldMkLst>
        <pc:spChg chg="mod">
          <ac:chgData name="Jean-Noël HAUSER" userId="4e27450b0d468399" providerId="LiveId" clId="{C12B259E-3C99-45E0-952F-2BD160117ADD}" dt="2025-09-02T14:20:24.102" v="1355" actId="20577"/>
          <ac:spMkLst>
            <pc:docMk/>
            <pc:sldMk cId="0" sldId="423"/>
            <ac:spMk id="4" creationId="{00000000-0000-0000-0000-000000000000}"/>
          </ac:spMkLst>
        </pc:spChg>
      </pc:sldChg>
      <pc:sldChg chg="addSp delSp modSp del mod">
        <pc:chgData name="Jean-Noël HAUSER" userId="4e27450b0d468399" providerId="LiveId" clId="{C12B259E-3C99-45E0-952F-2BD160117ADD}" dt="2025-09-02T14:20:28.151" v="1356" actId="47"/>
        <pc:sldMkLst>
          <pc:docMk/>
          <pc:sldMk cId="0" sldId="437"/>
        </pc:sldMkLst>
        <pc:spChg chg="mod">
          <ac:chgData name="Jean-Noël HAUSER" userId="4e27450b0d468399" providerId="LiveId" clId="{C12B259E-3C99-45E0-952F-2BD160117ADD}" dt="2025-09-02T13:39:39.358" v="442" actId="20577"/>
          <ac:spMkLst>
            <pc:docMk/>
            <pc:sldMk cId="0" sldId="437"/>
            <ac:spMk id="2" creationId="{00000000-0000-0000-0000-000000000000}"/>
          </ac:spMkLst>
        </pc:spChg>
        <pc:picChg chg="add">
          <ac:chgData name="Jean-Noël HAUSER" userId="4e27450b0d468399" providerId="LiveId" clId="{C12B259E-3C99-45E0-952F-2BD160117ADD}" dt="2025-09-02T13:40:41.741" v="444" actId="22"/>
          <ac:picMkLst>
            <pc:docMk/>
            <pc:sldMk cId="0" sldId="437"/>
            <ac:picMk id="5" creationId="{41877C3D-78A5-C1DB-A74A-95D7FD50C707}"/>
          </ac:picMkLst>
        </pc:picChg>
        <pc:picChg chg="del">
          <ac:chgData name="Jean-Noël HAUSER" userId="4e27450b0d468399" providerId="LiveId" clId="{C12B259E-3C99-45E0-952F-2BD160117ADD}" dt="2025-09-02T13:39:41.712" v="443" actId="478"/>
          <ac:picMkLst>
            <pc:docMk/>
            <pc:sldMk cId="0" sldId="437"/>
            <ac:picMk id="2050" creationId="{F3A8A9CF-AA0E-4BC7-BA25-C45917D97A9E}"/>
          </ac:picMkLst>
        </pc:picChg>
      </pc:sldChg>
      <pc:sldChg chg="del">
        <pc:chgData name="Jean-Noël HAUSER" userId="4e27450b0d468399" providerId="LiveId" clId="{C12B259E-3C99-45E0-952F-2BD160117ADD}" dt="2025-09-02T13:52:45" v="930" actId="47"/>
        <pc:sldMkLst>
          <pc:docMk/>
          <pc:sldMk cId="0" sldId="464"/>
        </pc:sldMkLst>
      </pc:sldChg>
      <pc:sldChg chg="del">
        <pc:chgData name="Jean-Noël HAUSER" userId="4e27450b0d468399" providerId="LiveId" clId="{C12B259E-3C99-45E0-952F-2BD160117ADD}" dt="2025-09-03T08:24:23.299" v="1744" actId="47"/>
        <pc:sldMkLst>
          <pc:docMk/>
          <pc:sldMk cId="0" sldId="465"/>
        </pc:sldMkLst>
      </pc:sldChg>
      <pc:sldChg chg="del">
        <pc:chgData name="Jean-Noël HAUSER" userId="4e27450b0d468399" providerId="LiveId" clId="{C12B259E-3C99-45E0-952F-2BD160117ADD}" dt="2025-09-03T08:41:40.736" v="2136" actId="47"/>
        <pc:sldMkLst>
          <pc:docMk/>
          <pc:sldMk cId="0" sldId="468"/>
        </pc:sldMkLst>
      </pc:sldChg>
      <pc:sldChg chg="del">
        <pc:chgData name="Jean-Noël HAUSER" userId="4e27450b0d468399" providerId="LiveId" clId="{C12B259E-3C99-45E0-952F-2BD160117ADD}" dt="2025-09-03T08:41:40.736" v="2136" actId="47"/>
        <pc:sldMkLst>
          <pc:docMk/>
          <pc:sldMk cId="0" sldId="469"/>
        </pc:sldMkLst>
      </pc:sldChg>
      <pc:sldChg chg="del">
        <pc:chgData name="Jean-Noël HAUSER" userId="4e27450b0d468399" providerId="LiveId" clId="{C12B259E-3C99-45E0-952F-2BD160117ADD}" dt="2025-09-03T08:24:23.299" v="1744" actId="47"/>
        <pc:sldMkLst>
          <pc:docMk/>
          <pc:sldMk cId="0" sldId="470"/>
        </pc:sldMkLst>
      </pc:sldChg>
      <pc:sldChg chg="del">
        <pc:chgData name="Jean-Noël HAUSER" userId="4e27450b0d468399" providerId="LiveId" clId="{C12B259E-3C99-45E0-952F-2BD160117ADD}" dt="2025-09-03T08:24:23.299" v="1744" actId="47"/>
        <pc:sldMkLst>
          <pc:docMk/>
          <pc:sldMk cId="0" sldId="471"/>
        </pc:sldMkLst>
      </pc:sldChg>
      <pc:sldChg chg="del">
        <pc:chgData name="Jean-Noël HAUSER" userId="4e27450b0d468399" providerId="LiveId" clId="{C12B259E-3C99-45E0-952F-2BD160117ADD}" dt="2025-09-03T08:41:40.736" v="2136" actId="47"/>
        <pc:sldMkLst>
          <pc:docMk/>
          <pc:sldMk cId="0" sldId="472"/>
        </pc:sldMkLst>
      </pc:sldChg>
      <pc:sldChg chg="del">
        <pc:chgData name="Jean-Noël HAUSER" userId="4e27450b0d468399" providerId="LiveId" clId="{C12B259E-3C99-45E0-952F-2BD160117ADD}" dt="2025-09-03T08:24:23.299" v="1744" actId="47"/>
        <pc:sldMkLst>
          <pc:docMk/>
          <pc:sldMk cId="129165279" sldId="478"/>
        </pc:sldMkLst>
      </pc:sldChg>
      <pc:sldChg chg="del">
        <pc:chgData name="Jean-Noël HAUSER" userId="4e27450b0d468399" providerId="LiveId" clId="{C12B259E-3C99-45E0-952F-2BD160117ADD}" dt="2025-09-03T08:41:40.736" v="2136" actId="47"/>
        <pc:sldMkLst>
          <pc:docMk/>
          <pc:sldMk cId="0" sldId="479"/>
        </pc:sldMkLst>
      </pc:sldChg>
      <pc:sldChg chg="addSp modSp mod">
        <pc:chgData name="Jean-Noël HAUSER" userId="4e27450b0d468399" providerId="LiveId" clId="{C12B259E-3C99-45E0-952F-2BD160117ADD}" dt="2025-09-03T08:29:43.093" v="1804" actId="1076"/>
        <pc:sldMkLst>
          <pc:docMk/>
          <pc:sldMk cId="0" sldId="481"/>
        </pc:sldMkLst>
        <pc:spChg chg="add mod">
          <ac:chgData name="Jean-Noël HAUSER" userId="4e27450b0d468399" providerId="LiveId" clId="{C12B259E-3C99-45E0-952F-2BD160117ADD}" dt="2025-09-03T08:29:35.135" v="1803" actId="20577"/>
          <ac:spMkLst>
            <pc:docMk/>
            <pc:sldMk cId="0" sldId="481"/>
            <ac:spMk id="2" creationId="{C3A8178A-81D5-ECAA-25DE-EF8C8C4CD046}"/>
          </ac:spMkLst>
        </pc:spChg>
        <pc:spChg chg="mod">
          <ac:chgData name="Jean-Noël HAUSER" userId="4e27450b0d468399" providerId="LiveId" clId="{C12B259E-3C99-45E0-952F-2BD160117ADD}" dt="2025-09-03T08:29:43.093" v="1804" actId="1076"/>
          <ac:spMkLst>
            <pc:docMk/>
            <pc:sldMk cId="0" sldId="481"/>
            <ac:spMk id="4" creationId="{00000000-0000-0000-0000-000000000000}"/>
          </ac:spMkLst>
        </pc:spChg>
        <pc:spChg chg="mod">
          <ac:chgData name="Jean-Noël HAUSER" userId="4e27450b0d468399" providerId="LiveId" clId="{C12B259E-3C99-45E0-952F-2BD160117ADD}" dt="2025-09-03T08:28:38.942" v="1767"/>
          <ac:spMkLst>
            <pc:docMk/>
            <pc:sldMk cId="0" sldId="481"/>
            <ac:spMk id="7" creationId="{00000000-0000-0000-0000-000000000000}"/>
          </ac:spMkLst>
        </pc:spChg>
        <pc:picChg chg="mod">
          <ac:chgData name="Jean-Noël HAUSER" userId="4e27450b0d468399" providerId="LiveId" clId="{C12B259E-3C99-45E0-952F-2BD160117ADD}" dt="2025-09-03T08:28:29.814" v="1766" actId="1076"/>
          <ac:picMkLst>
            <pc:docMk/>
            <pc:sldMk cId="0" sldId="481"/>
            <ac:picMk id="3" creationId="{D5BB6A89-48A3-4874-9C44-543FF67A626C}"/>
          </ac:picMkLst>
        </pc:picChg>
      </pc:sldChg>
      <pc:sldChg chg="modSp del mod">
        <pc:chgData name="Jean-Noël HAUSER" userId="4e27450b0d468399" providerId="LiveId" clId="{C12B259E-3C99-45E0-952F-2BD160117ADD}" dt="2025-09-03T08:40:37.529" v="2135" actId="47"/>
        <pc:sldMkLst>
          <pc:docMk/>
          <pc:sldMk cId="0" sldId="482"/>
        </pc:sldMkLst>
        <pc:spChg chg="mod">
          <ac:chgData name="Jean-Noël HAUSER" userId="4e27450b0d468399" providerId="LiveId" clId="{C12B259E-3C99-45E0-952F-2BD160117ADD}" dt="2025-09-03T08:32:39.248" v="1837" actId="20577"/>
          <ac:spMkLst>
            <pc:docMk/>
            <pc:sldMk cId="0" sldId="482"/>
            <ac:spMk id="3" creationId="{00000000-0000-0000-0000-000000000000}"/>
          </ac:spMkLst>
        </pc:spChg>
      </pc:sldChg>
      <pc:sldChg chg="del">
        <pc:chgData name="Jean-Noël HAUSER" userId="4e27450b0d468399" providerId="LiveId" clId="{C12B259E-3C99-45E0-952F-2BD160117ADD}" dt="2025-09-03T08:41:40.736" v="2136" actId="47"/>
        <pc:sldMkLst>
          <pc:docMk/>
          <pc:sldMk cId="0" sldId="483"/>
        </pc:sldMkLst>
      </pc:sldChg>
      <pc:sldChg chg="del">
        <pc:chgData name="Jean-Noël HAUSER" userId="4e27450b0d468399" providerId="LiveId" clId="{C12B259E-3C99-45E0-952F-2BD160117ADD}" dt="2025-09-03T08:41:40.736" v="2136" actId="47"/>
        <pc:sldMkLst>
          <pc:docMk/>
          <pc:sldMk cId="0" sldId="484"/>
        </pc:sldMkLst>
      </pc:sldChg>
      <pc:sldChg chg="del">
        <pc:chgData name="Jean-Noël HAUSER" userId="4e27450b0d468399" providerId="LiveId" clId="{C12B259E-3C99-45E0-952F-2BD160117ADD}" dt="2025-09-03T08:41:40.736" v="2136" actId="47"/>
        <pc:sldMkLst>
          <pc:docMk/>
          <pc:sldMk cId="0" sldId="485"/>
        </pc:sldMkLst>
      </pc:sldChg>
      <pc:sldChg chg="del">
        <pc:chgData name="Jean-Noël HAUSER" userId="4e27450b0d468399" providerId="LiveId" clId="{C12B259E-3C99-45E0-952F-2BD160117ADD}" dt="2025-09-03T08:41:40.736" v="2136" actId="47"/>
        <pc:sldMkLst>
          <pc:docMk/>
          <pc:sldMk cId="0" sldId="486"/>
        </pc:sldMkLst>
      </pc:sldChg>
      <pc:sldChg chg="addSp modSp mod">
        <pc:chgData name="Jean-Noël HAUSER" userId="4e27450b0d468399" providerId="LiveId" clId="{C12B259E-3C99-45E0-952F-2BD160117ADD}" dt="2025-09-03T08:26:24.578" v="1755" actId="255"/>
        <pc:sldMkLst>
          <pc:docMk/>
          <pc:sldMk cId="717297626" sldId="487"/>
        </pc:sldMkLst>
        <pc:spChg chg="mod">
          <ac:chgData name="Jean-Noël HAUSER" userId="4e27450b0d468399" providerId="LiveId" clId="{C12B259E-3C99-45E0-952F-2BD160117ADD}" dt="2025-09-03T08:25:46.885" v="1748" actId="6549"/>
          <ac:spMkLst>
            <pc:docMk/>
            <pc:sldMk cId="717297626" sldId="487"/>
            <ac:spMk id="4" creationId="{00000000-0000-0000-0000-000000000000}"/>
          </ac:spMkLst>
        </pc:spChg>
        <pc:spChg chg="add mod">
          <ac:chgData name="Jean-Noël HAUSER" userId="4e27450b0d468399" providerId="LiveId" clId="{C12B259E-3C99-45E0-952F-2BD160117ADD}" dt="2025-09-03T08:26:24.578" v="1755" actId="255"/>
          <ac:spMkLst>
            <pc:docMk/>
            <pc:sldMk cId="717297626" sldId="487"/>
            <ac:spMk id="5" creationId="{DEC0BDEA-6986-C871-8BC9-926351788F67}"/>
          </ac:spMkLst>
        </pc:spChg>
        <pc:picChg chg="mod">
          <ac:chgData name="Jean-Noël HAUSER" userId="4e27450b0d468399" providerId="LiveId" clId="{C12B259E-3C99-45E0-952F-2BD160117ADD}" dt="2025-09-03T08:25:58.966" v="1749" actId="1076"/>
          <ac:picMkLst>
            <pc:docMk/>
            <pc:sldMk cId="717297626" sldId="487"/>
            <ac:picMk id="3" creationId="{9AB5355C-FACA-444D-9F5A-CC9AE7D3A2CB}"/>
          </ac:picMkLst>
        </pc:picChg>
      </pc:sldChg>
      <pc:sldChg chg="del">
        <pc:chgData name="Jean-Noël HAUSER" userId="4e27450b0d468399" providerId="LiveId" clId="{C12B259E-3C99-45E0-952F-2BD160117ADD}" dt="2025-09-02T14:07:08.307" v="1049" actId="47"/>
        <pc:sldMkLst>
          <pc:docMk/>
          <pc:sldMk cId="138900883" sldId="507"/>
        </pc:sldMkLst>
      </pc:sldChg>
      <pc:sldChg chg="del">
        <pc:chgData name="Jean-Noël HAUSER" userId="4e27450b0d468399" providerId="LiveId" clId="{C12B259E-3C99-45E0-952F-2BD160117ADD}" dt="2025-09-02T14:07:08.307" v="1049" actId="47"/>
        <pc:sldMkLst>
          <pc:docMk/>
          <pc:sldMk cId="402116366" sldId="508"/>
        </pc:sldMkLst>
      </pc:sldChg>
      <pc:sldChg chg="del">
        <pc:chgData name="Jean-Noël HAUSER" userId="4e27450b0d468399" providerId="LiveId" clId="{C12B259E-3C99-45E0-952F-2BD160117ADD}" dt="2025-09-02T14:07:08.307" v="1049" actId="47"/>
        <pc:sldMkLst>
          <pc:docMk/>
          <pc:sldMk cId="3316944720" sldId="509"/>
        </pc:sldMkLst>
      </pc:sldChg>
      <pc:sldChg chg="del">
        <pc:chgData name="Jean-Noël HAUSER" userId="4e27450b0d468399" providerId="LiveId" clId="{C12B259E-3C99-45E0-952F-2BD160117ADD}" dt="2025-09-03T08:24:23.299" v="1744" actId="47"/>
        <pc:sldMkLst>
          <pc:docMk/>
          <pc:sldMk cId="4057402624" sldId="512"/>
        </pc:sldMkLst>
      </pc:sldChg>
      <pc:sldChg chg="modSp add del mod">
        <pc:chgData name="Jean-Noël HAUSER" userId="4e27450b0d468399" providerId="LiveId" clId="{C12B259E-3C99-45E0-952F-2BD160117ADD}" dt="2025-09-02T15:20:17.770" v="1638" actId="20577"/>
        <pc:sldMkLst>
          <pc:docMk/>
          <pc:sldMk cId="3314325388" sldId="514"/>
        </pc:sldMkLst>
        <pc:spChg chg="mod">
          <ac:chgData name="Jean-Noël HAUSER" userId="4e27450b0d468399" providerId="LiveId" clId="{C12B259E-3C99-45E0-952F-2BD160117ADD}" dt="2025-09-02T15:20:17.770" v="1638" actId="20577"/>
          <ac:spMkLst>
            <pc:docMk/>
            <pc:sldMk cId="3314325388" sldId="514"/>
            <ac:spMk id="3" creationId="{00000000-0000-0000-0000-000000000000}"/>
          </ac:spMkLst>
        </pc:spChg>
      </pc:sldChg>
      <pc:sldChg chg="modSp mod">
        <pc:chgData name="Jean-Noël HAUSER" userId="4e27450b0d468399" providerId="LiveId" clId="{C12B259E-3C99-45E0-952F-2BD160117ADD}" dt="2025-09-02T12:56:50.781" v="424" actId="6549"/>
        <pc:sldMkLst>
          <pc:docMk/>
          <pc:sldMk cId="1977785753" sldId="515"/>
        </pc:sldMkLst>
        <pc:spChg chg="mod">
          <ac:chgData name="Jean-Noël HAUSER" userId="4e27450b0d468399" providerId="LiveId" clId="{C12B259E-3C99-45E0-952F-2BD160117ADD}" dt="2025-09-02T12:56:50.781" v="424" actId="6549"/>
          <ac:spMkLst>
            <pc:docMk/>
            <pc:sldMk cId="1977785753" sldId="515"/>
            <ac:spMk id="3" creationId="{00000000-0000-0000-0000-000000000000}"/>
          </ac:spMkLst>
        </pc:spChg>
      </pc:sldChg>
      <pc:sldChg chg="add del setBg">
        <pc:chgData name="Jean-Noël HAUSER" userId="4e27450b0d468399" providerId="LiveId" clId="{C12B259E-3C99-45E0-952F-2BD160117ADD}" dt="2025-09-02T12:54:10.166" v="421" actId="47"/>
        <pc:sldMkLst>
          <pc:docMk/>
          <pc:sldMk cId="0" sldId="517"/>
        </pc:sldMkLst>
      </pc:sldChg>
      <pc:sldChg chg="modSp add mod ord">
        <pc:chgData name="Jean-Noël HAUSER" userId="4e27450b0d468399" providerId="LiveId" clId="{C12B259E-3C99-45E0-952F-2BD160117ADD}" dt="2025-09-02T15:07:33.118" v="1407" actId="20577"/>
        <pc:sldMkLst>
          <pc:docMk/>
          <pc:sldMk cId="2724192784" sldId="518"/>
        </pc:sldMkLst>
        <pc:spChg chg="mod">
          <ac:chgData name="Jean-Noël HAUSER" userId="4e27450b0d468399" providerId="LiveId" clId="{C12B259E-3C99-45E0-952F-2BD160117ADD}" dt="2025-09-02T15:07:33.118" v="1407" actId="20577"/>
          <ac:spMkLst>
            <pc:docMk/>
            <pc:sldMk cId="2724192784" sldId="518"/>
            <ac:spMk id="4" creationId="{43EF1283-39ED-2D4E-34C7-D3ADD1B5BD97}"/>
          </ac:spMkLst>
        </pc:spChg>
        <pc:spChg chg="mod">
          <ac:chgData name="Jean-Noël HAUSER" userId="4e27450b0d468399" providerId="LiveId" clId="{C12B259E-3C99-45E0-952F-2BD160117ADD}" dt="2025-09-02T15:07:12.476" v="1365" actId="20577"/>
          <ac:spMkLst>
            <pc:docMk/>
            <pc:sldMk cId="2724192784" sldId="518"/>
            <ac:spMk id="7" creationId="{738C7468-28A4-4F50-0062-3652BC67B354}"/>
          </ac:spMkLst>
        </pc:spChg>
      </pc:sldChg>
      <pc:sldChg chg="addSp delSp modSp add mod">
        <pc:chgData name="Jean-Noël HAUSER" userId="4e27450b0d468399" providerId="LiveId" clId="{C12B259E-3C99-45E0-952F-2BD160117ADD}" dt="2025-09-03T08:43:40.734" v="2197" actId="1076"/>
        <pc:sldMkLst>
          <pc:docMk/>
          <pc:sldMk cId="2476401243" sldId="519"/>
        </pc:sldMkLst>
        <pc:spChg chg="mod">
          <ac:chgData name="Jean-Noël HAUSER" userId="4e27450b0d468399" providerId="LiveId" clId="{C12B259E-3C99-45E0-952F-2BD160117ADD}" dt="2025-09-02T13:40:53.158" v="451" actId="20577"/>
          <ac:spMkLst>
            <pc:docMk/>
            <pc:sldMk cId="2476401243" sldId="519"/>
            <ac:spMk id="2" creationId="{BB5AB971-5A12-C587-7DE5-955816BB082B}"/>
          </ac:spMkLst>
        </pc:spChg>
        <pc:spChg chg="add del mod">
          <ac:chgData name="Jean-Noël HAUSER" userId="4e27450b0d468399" providerId="LiveId" clId="{C12B259E-3C99-45E0-952F-2BD160117ADD}" dt="2025-09-03T08:43:02.837" v="2176" actId="478"/>
          <ac:spMkLst>
            <pc:docMk/>
            <pc:sldMk cId="2476401243" sldId="519"/>
            <ac:spMk id="3" creationId="{C62EDB13-1EC0-C38C-B0F9-208CC7479EEF}"/>
          </ac:spMkLst>
        </pc:spChg>
        <pc:picChg chg="mod">
          <ac:chgData name="Jean-Noël HAUSER" userId="4e27450b0d468399" providerId="LiveId" clId="{C12B259E-3C99-45E0-952F-2BD160117ADD}" dt="2025-09-03T08:43:40.734" v="2197" actId="1076"/>
          <ac:picMkLst>
            <pc:docMk/>
            <pc:sldMk cId="2476401243" sldId="519"/>
            <ac:picMk id="2050" creationId="{046D42C6-08CB-6BED-A597-6C239219BEF3}"/>
          </ac:picMkLst>
        </pc:picChg>
      </pc:sldChg>
      <pc:sldChg chg="add del">
        <pc:chgData name="Jean-Noël HAUSER" userId="4e27450b0d468399" providerId="LiveId" clId="{C12B259E-3C99-45E0-952F-2BD160117ADD}" dt="2025-09-02T15:36:49.338" v="1640"/>
        <pc:sldMkLst>
          <pc:docMk/>
          <pc:sldMk cId="0" sldId="594"/>
        </pc:sldMkLst>
      </pc:sldChg>
      <pc:sldChg chg="modSp add del mod setBg">
        <pc:chgData name="Jean-Noël HAUSER" userId="4e27450b0d468399" providerId="LiveId" clId="{C12B259E-3C99-45E0-952F-2BD160117ADD}" dt="2025-09-02T14:11:26.964" v="1254" actId="47"/>
        <pc:sldMkLst>
          <pc:docMk/>
          <pc:sldMk cId="0" sldId="597"/>
        </pc:sldMkLst>
        <pc:spChg chg="mod">
          <ac:chgData name="Jean-Noël HAUSER" userId="4e27450b0d468399" providerId="LiveId" clId="{C12B259E-3C99-45E0-952F-2BD160117ADD}" dt="2025-09-02T13:54:19.738" v="1038" actId="20577"/>
          <ac:spMkLst>
            <pc:docMk/>
            <pc:sldMk cId="0" sldId="597"/>
            <ac:spMk id="4" creationId="{00000000-0000-0000-0000-000000000000}"/>
          </ac:spMkLst>
        </pc:spChg>
        <pc:spChg chg="mod">
          <ac:chgData name="Jean-Noël HAUSER" userId="4e27450b0d468399" providerId="LiveId" clId="{C12B259E-3C99-45E0-952F-2BD160117ADD}" dt="2025-09-02T14:00:40.347" v="1042" actId="20577"/>
          <ac:spMkLst>
            <pc:docMk/>
            <pc:sldMk cId="0" sldId="597"/>
            <ac:spMk id="7" creationId="{00000000-0000-0000-0000-000000000000}"/>
          </ac:spMkLst>
        </pc:spChg>
      </pc:sldChg>
      <pc:sldChg chg="modSp add del mod setBg">
        <pc:chgData name="Jean-Noël HAUSER" userId="4e27450b0d468399" providerId="LiveId" clId="{C12B259E-3C99-45E0-952F-2BD160117ADD}" dt="2025-09-02T15:40:40.046" v="1738" actId="113"/>
        <pc:sldMkLst>
          <pc:docMk/>
          <pc:sldMk cId="0" sldId="598"/>
        </pc:sldMkLst>
        <pc:spChg chg="mod">
          <ac:chgData name="Jean-Noël HAUSER" userId="4e27450b0d468399" providerId="LiveId" clId="{C12B259E-3C99-45E0-952F-2BD160117ADD}" dt="2025-09-02T15:39:53.625" v="1672" actId="207"/>
          <ac:spMkLst>
            <pc:docMk/>
            <pc:sldMk cId="0" sldId="598"/>
            <ac:spMk id="4" creationId="{00000000-0000-0000-0000-000000000000}"/>
          </ac:spMkLst>
        </pc:spChg>
        <pc:spChg chg="mod">
          <ac:chgData name="Jean-Noël HAUSER" userId="4e27450b0d468399" providerId="LiveId" clId="{C12B259E-3C99-45E0-952F-2BD160117ADD}" dt="2025-09-02T15:40:40.046" v="1738" actId="113"/>
          <ac:spMkLst>
            <pc:docMk/>
            <pc:sldMk cId="0" sldId="598"/>
            <ac:spMk id="8" creationId="{00000000-0000-0000-0000-000000000000}"/>
          </ac:spMkLst>
        </pc:spChg>
      </pc:sldChg>
      <pc:sldChg chg="add del">
        <pc:chgData name="Jean-Noël HAUSER" userId="4e27450b0d468399" providerId="LiveId" clId="{C12B259E-3C99-45E0-952F-2BD160117ADD}" dt="2025-09-02T15:39:07.296" v="1668"/>
        <pc:sldMkLst>
          <pc:docMk/>
          <pc:sldMk cId="0" sldId="599"/>
        </pc:sldMkLst>
      </pc:sldChg>
      <pc:sldChg chg="add del">
        <pc:chgData name="Jean-Noël HAUSER" userId="4e27450b0d468399" providerId="LiveId" clId="{C12B259E-3C99-45E0-952F-2BD160117ADD}" dt="2025-09-02T15:39:07.296" v="1668"/>
        <pc:sldMkLst>
          <pc:docMk/>
          <pc:sldMk cId="0" sldId="600"/>
        </pc:sldMkLst>
      </pc:sldChg>
      <pc:sldChg chg="add del">
        <pc:chgData name="Jean-Noël HAUSER" userId="4e27450b0d468399" providerId="LiveId" clId="{C12B259E-3C99-45E0-952F-2BD160117ADD}" dt="2025-09-02T15:39:07.296" v="1668"/>
        <pc:sldMkLst>
          <pc:docMk/>
          <pc:sldMk cId="0" sldId="601"/>
        </pc:sldMkLst>
      </pc:sldChg>
      <pc:sldChg chg="add del">
        <pc:chgData name="Jean-Noël HAUSER" userId="4e27450b0d468399" providerId="LiveId" clId="{C12B259E-3C99-45E0-952F-2BD160117ADD}" dt="2025-09-02T15:39:07.296" v="1668"/>
        <pc:sldMkLst>
          <pc:docMk/>
          <pc:sldMk cId="0" sldId="602"/>
        </pc:sldMkLst>
      </pc:sldChg>
      <pc:sldChg chg="add del">
        <pc:chgData name="Jean-Noël HAUSER" userId="4e27450b0d468399" providerId="LiveId" clId="{C12B259E-3C99-45E0-952F-2BD160117ADD}" dt="2025-09-02T15:39:07.296" v="1668"/>
        <pc:sldMkLst>
          <pc:docMk/>
          <pc:sldMk cId="0" sldId="603"/>
        </pc:sldMkLst>
      </pc:sldChg>
      <pc:sldChg chg="add del">
        <pc:chgData name="Jean-Noël HAUSER" userId="4e27450b0d468399" providerId="LiveId" clId="{C12B259E-3C99-45E0-952F-2BD160117ADD}" dt="2025-09-02T15:39:07.296" v="1668"/>
        <pc:sldMkLst>
          <pc:docMk/>
          <pc:sldMk cId="0" sldId="604"/>
        </pc:sldMkLst>
      </pc:sldChg>
      <pc:sldChg chg="add del">
        <pc:chgData name="Jean-Noël HAUSER" userId="4e27450b0d468399" providerId="LiveId" clId="{C12B259E-3C99-45E0-952F-2BD160117ADD}" dt="2025-09-02T15:39:07.296" v="1668"/>
        <pc:sldMkLst>
          <pc:docMk/>
          <pc:sldMk cId="0" sldId="605"/>
        </pc:sldMkLst>
      </pc:sldChg>
      <pc:sldChg chg="add del">
        <pc:chgData name="Jean-Noël HAUSER" userId="4e27450b0d468399" providerId="LiveId" clId="{C12B259E-3C99-45E0-952F-2BD160117ADD}" dt="2025-09-02T15:39:07.296" v="1668"/>
        <pc:sldMkLst>
          <pc:docMk/>
          <pc:sldMk cId="0" sldId="606"/>
        </pc:sldMkLst>
      </pc:sldChg>
      <pc:sldChg chg="add del">
        <pc:chgData name="Jean-Noël HAUSER" userId="4e27450b0d468399" providerId="LiveId" clId="{C12B259E-3C99-45E0-952F-2BD160117ADD}" dt="2025-09-02T15:39:07.296" v="1668"/>
        <pc:sldMkLst>
          <pc:docMk/>
          <pc:sldMk cId="0" sldId="607"/>
        </pc:sldMkLst>
      </pc:sldChg>
      <pc:sldChg chg="add del">
        <pc:chgData name="Jean-Noël HAUSER" userId="4e27450b0d468399" providerId="LiveId" clId="{C12B259E-3C99-45E0-952F-2BD160117ADD}" dt="2025-09-02T15:39:07.296" v="1668"/>
        <pc:sldMkLst>
          <pc:docMk/>
          <pc:sldMk cId="0" sldId="608"/>
        </pc:sldMkLst>
      </pc:sldChg>
      <pc:sldChg chg="modSp add del mod setBg">
        <pc:chgData name="Jean-Noël HAUSER" userId="4e27450b0d468399" providerId="LiveId" clId="{C12B259E-3C99-45E0-952F-2BD160117ADD}" dt="2025-09-02T15:41:27.368" v="1742" actId="207"/>
        <pc:sldMkLst>
          <pc:docMk/>
          <pc:sldMk cId="0" sldId="609"/>
        </pc:sldMkLst>
        <pc:spChg chg="mod">
          <ac:chgData name="Jean-Noël HAUSER" userId="4e27450b0d468399" providerId="LiveId" clId="{C12B259E-3C99-45E0-952F-2BD160117ADD}" dt="2025-09-02T15:41:27.368" v="1742" actId="207"/>
          <ac:spMkLst>
            <pc:docMk/>
            <pc:sldMk cId="0" sldId="609"/>
            <ac:spMk id="4" creationId="{00000000-0000-0000-0000-000000000000}"/>
          </ac:spMkLst>
        </pc:spChg>
        <pc:spChg chg="mod">
          <ac:chgData name="Jean-Noël HAUSER" userId="4e27450b0d468399" providerId="LiveId" clId="{C12B259E-3C99-45E0-952F-2BD160117ADD}" dt="2025-09-02T15:41:22.585" v="1741"/>
          <ac:spMkLst>
            <pc:docMk/>
            <pc:sldMk cId="0" sldId="609"/>
            <ac:spMk id="8" creationId="{00000000-0000-0000-0000-000000000000}"/>
          </ac:spMkLst>
        </pc:spChg>
      </pc:sldChg>
      <pc:sldChg chg="add del">
        <pc:chgData name="Jean-Noël HAUSER" userId="4e27450b0d468399" providerId="LiveId" clId="{C12B259E-3C99-45E0-952F-2BD160117ADD}" dt="2025-09-02T15:39:07.296" v="1668"/>
        <pc:sldMkLst>
          <pc:docMk/>
          <pc:sldMk cId="0" sldId="611"/>
        </pc:sldMkLst>
      </pc:sldChg>
      <pc:sldChg chg="add del">
        <pc:chgData name="Jean-Noël HAUSER" userId="4e27450b0d468399" providerId="LiveId" clId="{C12B259E-3C99-45E0-952F-2BD160117ADD}" dt="2025-09-02T15:39:07.296" v="1668"/>
        <pc:sldMkLst>
          <pc:docMk/>
          <pc:sldMk cId="0" sldId="612"/>
        </pc:sldMkLst>
      </pc:sldChg>
      <pc:sldChg chg="add del">
        <pc:chgData name="Jean-Noël HAUSER" userId="4e27450b0d468399" providerId="LiveId" clId="{C12B259E-3C99-45E0-952F-2BD160117ADD}" dt="2025-09-02T15:39:07.296" v="1668"/>
        <pc:sldMkLst>
          <pc:docMk/>
          <pc:sldMk cId="0" sldId="613"/>
        </pc:sldMkLst>
      </pc:sldChg>
      <pc:sldChg chg="add del">
        <pc:chgData name="Jean-Noël HAUSER" userId="4e27450b0d468399" providerId="LiveId" clId="{C12B259E-3C99-45E0-952F-2BD160117ADD}" dt="2025-09-02T15:39:07.296" v="1668"/>
        <pc:sldMkLst>
          <pc:docMk/>
          <pc:sldMk cId="0" sldId="614"/>
        </pc:sldMkLst>
      </pc:sldChg>
      <pc:sldChg chg="add del">
        <pc:chgData name="Jean-Noël HAUSER" userId="4e27450b0d468399" providerId="LiveId" clId="{C12B259E-3C99-45E0-952F-2BD160117ADD}" dt="2025-09-02T15:39:07.296" v="1668"/>
        <pc:sldMkLst>
          <pc:docMk/>
          <pc:sldMk cId="0" sldId="615"/>
        </pc:sldMkLst>
      </pc:sldChg>
      <pc:sldChg chg="add del">
        <pc:chgData name="Jean-Noël HAUSER" userId="4e27450b0d468399" providerId="LiveId" clId="{C12B259E-3C99-45E0-952F-2BD160117ADD}" dt="2025-09-02T15:39:07.296" v="1668"/>
        <pc:sldMkLst>
          <pc:docMk/>
          <pc:sldMk cId="0" sldId="618"/>
        </pc:sldMkLst>
      </pc:sldChg>
      <pc:sldChg chg="modSp add del mod">
        <pc:chgData name="Jean-Noël HAUSER" userId="4e27450b0d468399" providerId="LiveId" clId="{C12B259E-3C99-45E0-952F-2BD160117ADD}" dt="2025-09-03T11:31:01.039" v="2325" actId="20577"/>
        <pc:sldMkLst>
          <pc:docMk/>
          <pc:sldMk cId="0" sldId="619"/>
        </pc:sldMkLst>
        <pc:spChg chg="mod">
          <ac:chgData name="Jean-Noël HAUSER" userId="4e27450b0d468399" providerId="LiveId" clId="{C12B259E-3C99-45E0-952F-2BD160117ADD}" dt="2025-09-03T11:31:01.039" v="2325" actId="20577"/>
          <ac:spMkLst>
            <pc:docMk/>
            <pc:sldMk cId="0" sldId="619"/>
            <ac:spMk id="5" creationId="{00000000-0000-0000-0000-000000000000}"/>
          </ac:spMkLst>
        </pc:spChg>
      </pc:sldChg>
      <pc:sldChg chg="add del">
        <pc:chgData name="Jean-Noël HAUSER" userId="4e27450b0d468399" providerId="LiveId" clId="{C12B259E-3C99-45E0-952F-2BD160117ADD}" dt="2025-09-03T11:31:43.420" v="2326" actId="47"/>
        <pc:sldMkLst>
          <pc:docMk/>
          <pc:sldMk cId="0" sldId="620"/>
        </pc:sldMkLst>
      </pc:sldChg>
      <pc:sldChg chg="add del">
        <pc:chgData name="Jean-Noël HAUSER" userId="4e27450b0d468399" providerId="LiveId" clId="{C12B259E-3C99-45E0-952F-2BD160117ADD}" dt="2025-09-02T15:39:07.296" v="1668"/>
        <pc:sldMkLst>
          <pc:docMk/>
          <pc:sldMk cId="0" sldId="622"/>
        </pc:sldMkLst>
      </pc:sldChg>
      <pc:sldChg chg="add del">
        <pc:chgData name="Jean-Noël HAUSER" userId="4e27450b0d468399" providerId="LiveId" clId="{C12B259E-3C99-45E0-952F-2BD160117ADD}" dt="2025-09-02T15:39:07.296" v="1668"/>
        <pc:sldMkLst>
          <pc:docMk/>
          <pc:sldMk cId="0" sldId="623"/>
        </pc:sldMkLst>
      </pc:sldChg>
      <pc:sldChg chg="add del">
        <pc:chgData name="Jean-Noël HAUSER" userId="4e27450b0d468399" providerId="LiveId" clId="{C12B259E-3C99-45E0-952F-2BD160117ADD}" dt="2025-09-02T15:39:07.296" v="1668"/>
        <pc:sldMkLst>
          <pc:docMk/>
          <pc:sldMk cId="0" sldId="624"/>
        </pc:sldMkLst>
      </pc:sldChg>
      <pc:sldChg chg="add del">
        <pc:chgData name="Jean-Noël HAUSER" userId="4e27450b0d468399" providerId="LiveId" clId="{C12B259E-3C99-45E0-952F-2BD160117ADD}" dt="2025-09-02T15:39:07.296" v="1668"/>
        <pc:sldMkLst>
          <pc:docMk/>
          <pc:sldMk cId="0" sldId="625"/>
        </pc:sldMkLst>
      </pc:sldChg>
      <pc:sldChg chg="modSp add mod">
        <pc:chgData name="Jean-Noël HAUSER" userId="4e27450b0d468399" providerId="LiveId" clId="{C12B259E-3C99-45E0-952F-2BD160117ADD}" dt="2025-09-03T08:27:20.579" v="1760" actId="207"/>
        <pc:sldMkLst>
          <pc:docMk/>
          <pc:sldMk cId="0" sldId="629"/>
        </pc:sldMkLst>
        <pc:spChg chg="mod">
          <ac:chgData name="Jean-Noël HAUSER" userId="4e27450b0d468399" providerId="LiveId" clId="{C12B259E-3C99-45E0-952F-2BD160117ADD}" dt="2025-09-03T08:27:10.859" v="1758" actId="207"/>
          <ac:spMkLst>
            <pc:docMk/>
            <pc:sldMk cId="0" sldId="629"/>
            <ac:spMk id="4" creationId="{00000000-0000-0000-0000-000000000000}"/>
          </ac:spMkLst>
        </pc:spChg>
        <pc:spChg chg="mod">
          <ac:chgData name="Jean-Noël HAUSER" userId="4e27450b0d468399" providerId="LiveId" clId="{C12B259E-3C99-45E0-952F-2BD160117ADD}" dt="2025-09-03T08:27:20.579" v="1760" actId="207"/>
          <ac:spMkLst>
            <pc:docMk/>
            <pc:sldMk cId="0" sldId="629"/>
            <ac:spMk id="8" creationId="{00000000-0000-0000-0000-000000000000}"/>
          </ac:spMkLst>
        </pc:spChg>
      </pc:sldChg>
      <pc:sldChg chg="add">
        <pc:chgData name="Jean-Noël HAUSER" userId="4e27450b0d468399" providerId="LiveId" clId="{C12B259E-3C99-45E0-952F-2BD160117ADD}" dt="2025-09-03T08:24:05.290" v="1743"/>
        <pc:sldMkLst>
          <pc:docMk/>
          <pc:sldMk cId="0" sldId="631"/>
        </pc:sldMkLst>
      </pc:sldChg>
      <pc:sldChg chg="add">
        <pc:chgData name="Jean-Noël HAUSER" userId="4e27450b0d468399" providerId="LiveId" clId="{C12B259E-3C99-45E0-952F-2BD160117ADD}" dt="2025-09-03T08:24:05.290" v="1743"/>
        <pc:sldMkLst>
          <pc:docMk/>
          <pc:sldMk cId="0" sldId="632"/>
        </pc:sldMkLst>
      </pc:sldChg>
      <pc:sldChg chg="add">
        <pc:chgData name="Jean-Noël HAUSER" userId="4e27450b0d468399" providerId="LiveId" clId="{C12B259E-3C99-45E0-952F-2BD160117ADD}" dt="2025-09-03T08:24:05.290" v="1743"/>
        <pc:sldMkLst>
          <pc:docMk/>
          <pc:sldMk cId="0" sldId="634"/>
        </pc:sldMkLst>
      </pc:sldChg>
      <pc:sldChg chg="modSp add mod">
        <pc:chgData name="Jean-Noël HAUSER" userId="4e27450b0d468399" providerId="LiveId" clId="{C12B259E-3C99-45E0-952F-2BD160117ADD}" dt="2025-09-03T08:28:10.640" v="1765"/>
        <pc:sldMkLst>
          <pc:docMk/>
          <pc:sldMk cId="0" sldId="660"/>
        </pc:sldMkLst>
        <pc:spChg chg="mod">
          <ac:chgData name="Jean-Noël HAUSER" userId="4e27450b0d468399" providerId="LiveId" clId="{C12B259E-3C99-45E0-952F-2BD160117ADD}" dt="2025-09-03T08:28:05.393" v="1764" actId="207"/>
          <ac:spMkLst>
            <pc:docMk/>
            <pc:sldMk cId="0" sldId="660"/>
            <ac:spMk id="4" creationId="{00000000-0000-0000-0000-000000000000}"/>
          </ac:spMkLst>
        </pc:spChg>
        <pc:spChg chg="mod">
          <ac:chgData name="Jean-Noël HAUSER" userId="4e27450b0d468399" providerId="LiveId" clId="{C12B259E-3C99-45E0-952F-2BD160117ADD}" dt="2025-09-03T08:28:10.640" v="1765"/>
          <ac:spMkLst>
            <pc:docMk/>
            <pc:sldMk cId="0" sldId="660"/>
            <ac:spMk id="8" creationId="{00000000-0000-0000-0000-000000000000}"/>
          </ac:spMkLst>
        </pc:spChg>
      </pc:sldChg>
      <pc:sldChg chg="add del">
        <pc:chgData name="Jean-Noël HAUSER" userId="4e27450b0d468399" providerId="LiveId" clId="{C12B259E-3C99-45E0-952F-2BD160117ADD}" dt="2025-09-02T15:36:49.338" v="1640"/>
        <pc:sldMkLst>
          <pc:docMk/>
          <pc:sldMk cId="3602349450" sldId="661"/>
        </pc:sldMkLst>
      </pc:sldChg>
      <pc:sldChg chg="modSp add del mod setBg">
        <pc:chgData name="Jean-Noël HAUSER" userId="4e27450b0d468399" providerId="LiveId" clId="{C12B259E-3C99-45E0-952F-2BD160117ADD}" dt="2025-09-02T15:41:12.326" v="1740" actId="207"/>
        <pc:sldMkLst>
          <pc:docMk/>
          <pc:sldMk cId="1857732237" sldId="662"/>
        </pc:sldMkLst>
        <pc:spChg chg="mod">
          <ac:chgData name="Jean-Noël HAUSER" userId="4e27450b0d468399" providerId="LiveId" clId="{C12B259E-3C99-45E0-952F-2BD160117ADD}" dt="2025-09-02T15:41:12.326" v="1740" actId="207"/>
          <ac:spMkLst>
            <pc:docMk/>
            <pc:sldMk cId="1857732237" sldId="662"/>
            <ac:spMk id="4" creationId="{00000000-0000-0000-0000-000000000000}"/>
          </ac:spMkLst>
        </pc:spChg>
        <pc:spChg chg="mod">
          <ac:chgData name="Jean-Noël HAUSER" userId="4e27450b0d468399" providerId="LiveId" clId="{C12B259E-3C99-45E0-952F-2BD160117ADD}" dt="2025-09-02T15:41:05.564" v="1739"/>
          <ac:spMkLst>
            <pc:docMk/>
            <pc:sldMk cId="1857732237" sldId="662"/>
            <ac:spMk id="8" creationId="{00000000-0000-0000-0000-000000000000}"/>
          </ac:spMkLst>
        </pc:spChg>
      </pc:sldChg>
      <pc:sldChg chg="add del">
        <pc:chgData name="Jean-Noël HAUSER" userId="4e27450b0d468399" providerId="LiveId" clId="{C12B259E-3C99-45E0-952F-2BD160117ADD}" dt="2025-09-02T15:39:07.296" v="1668"/>
        <pc:sldMkLst>
          <pc:docMk/>
          <pc:sldMk cId="1809868596" sldId="663"/>
        </pc:sldMkLst>
      </pc:sldChg>
      <pc:sldChg chg="add del">
        <pc:chgData name="Jean-Noël HAUSER" userId="4e27450b0d468399" providerId="LiveId" clId="{C12B259E-3C99-45E0-952F-2BD160117ADD}" dt="2025-09-02T15:39:07.296" v="1668"/>
        <pc:sldMkLst>
          <pc:docMk/>
          <pc:sldMk cId="1715949385" sldId="664"/>
        </pc:sldMkLst>
      </pc:sldChg>
      <pc:sldChg chg="add del">
        <pc:chgData name="Jean-Noël HAUSER" userId="4e27450b0d468399" providerId="LiveId" clId="{C12B259E-3C99-45E0-952F-2BD160117ADD}" dt="2025-09-02T15:39:07.296" v="1668"/>
        <pc:sldMkLst>
          <pc:docMk/>
          <pc:sldMk cId="1964493659" sldId="665"/>
        </pc:sldMkLst>
      </pc:sldChg>
      <pc:sldChg chg="add del">
        <pc:chgData name="Jean-Noël HAUSER" userId="4e27450b0d468399" providerId="LiveId" clId="{C12B259E-3C99-45E0-952F-2BD160117ADD}" dt="2025-09-02T15:39:07.296" v="1668"/>
        <pc:sldMkLst>
          <pc:docMk/>
          <pc:sldMk cId="218131686" sldId="666"/>
        </pc:sldMkLst>
      </pc:sldChg>
      <pc:sldChg chg="add del">
        <pc:chgData name="Jean-Noël HAUSER" userId="4e27450b0d468399" providerId="LiveId" clId="{C12B259E-3C99-45E0-952F-2BD160117ADD}" dt="2025-09-02T15:39:07.296" v="1668"/>
        <pc:sldMkLst>
          <pc:docMk/>
          <pc:sldMk cId="2598746532" sldId="667"/>
        </pc:sldMkLst>
      </pc:sldChg>
      <pc:sldChg chg="modSp add del">
        <pc:chgData name="Jean-Noël HAUSER" userId="4e27450b0d468399" providerId="LiveId" clId="{C12B259E-3C99-45E0-952F-2BD160117ADD}" dt="2025-09-02T15:36:46.216" v="1639" actId="47"/>
        <pc:sldMkLst>
          <pc:docMk/>
          <pc:sldMk cId="451983531" sldId="668"/>
        </pc:sldMkLst>
        <pc:spChg chg="mod">
          <ac:chgData name="Jean-Noël HAUSER" userId="4e27450b0d468399" providerId="LiveId" clId="{C12B259E-3C99-45E0-952F-2BD160117ADD}" dt="2025-09-02T14:05:10.155" v="1045"/>
          <ac:spMkLst>
            <pc:docMk/>
            <pc:sldMk cId="451983531" sldId="668"/>
            <ac:spMk id="2" creationId="{00000000-0000-0000-0000-000000000000}"/>
          </ac:spMkLst>
        </pc:spChg>
      </pc:sldChg>
      <pc:sldChg chg="add del">
        <pc:chgData name="Jean-Noël HAUSER" userId="4e27450b0d468399" providerId="LiveId" clId="{C12B259E-3C99-45E0-952F-2BD160117ADD}" dt="2025-09-02T15:39:07.296" v="1668"/>
        <pc:sldMkLst>
          <pc:docMk/>
          <pc:sldMk cId="2171915176" sldId="668"/>
        </pc:sldMkLst>
      </pc:sldChg>
      <pc:sldChg chg="add del">
        <pc:chgData name="Jean-Noël HAUSER" userId="4e27450b0d468399" providerId="LiveId" clId="{C12B259E-3C99-45E0-952F-2BD160117ADD}" dt="2025-09-02T15:39:07.296" v="1668"/>
        <pc:sldMkLst>
          <pc:docMk/>
          <pc:sldMk cId="964173058" sldId="669"/>
        </pc:sldMkLst>
      </pc:sldChg>
      <pc:sldChg chg="add del">
        <pc:chgData name="Jean-Noël HAUSER" userId="4e27450b0d468399" providerId="LiveId" clId="{C12B259E-3C99-45E0-952F-2BD160117ADD}" dt="2025-09-02T15:39:07.296" v="1668"/>
        <pc:sldMkLst>
          <pc:docMk/>
          <pc:sldMk cId="114237518" sldId="670"/>
        </pc:sldMkLst>
      </pc:sldChg>
      <pc:sldChg chg="add del">
        <pc:chgData name="Jean-Noël HAUSER" userId="4e27450b0d468399" providerId="LiveId" clId="{C12B259E-3C99-45E0-952F-2BD160117ADD}" dt="2025-09-02T15:39:07.296" v="1668"/>
        <pc:sldMkLst>
          <pc:docMk/>
          <pc:sldMk cId="689600502" sldId="671"/>
        </pc:sldMkLst>
      </pc:sldChg>
      <pc:sldChg chg="add del">
        <pc:chgData name="Jean-Noël HAUSER" userId="4e27450b0d468399" providerId="LiveId" clId="{C12B259E-3C99-45E0-952F-2BD160117ADD}" dt="2025-09-02T15:39:07.296" v="1668"/>
        <pc:sldMkLst>
          <pc:docMk/>
          <pc:sldMk cId="1349228182" sldId="672"/>
        </pc:sldMkLst>
      </pc:sldChg>
      <pc:sldChg chg="add del">
        <pc:chgData name="Jean-Noël HAUSER" userId="4e27450b0d468399" providerId="LiveId" clId="{C12B259E-3C99-45E0-952F-2BD160117ADD}" dt="2025-09-02T15:39:07.296" v="1668"/>
        <pc:sldMkLst>
          <pc:docMk/>
          <pc:sldMk cId="3857607914" sldId="673"/>
        </pc:sldMkLst>
      </pc:sldChg>
      <pc:sldChg chg="add del">
        <pc:chgData name="Jean-Noël HAUSER" userId="4e27450b0d468399" providerId="LiveId" clId="{C12B259E-3C99-45E0-952F-2BD160117ADD}" dt="2025-09-02T15:39:07.296" v="1668"/>
        <pc:sldMkLst>
          <pc:docMk/>
          <pc:sldMk cId="1441879742" sldId="674"/>
        </pc:sldMkLst>
      </pc:sldChg>
      <pc:sldChg chg="add del">
        <pc:chgData name="Jean-Noël HAUSER" userId="4e27450b0d468399" providerId="LiveId" clId="{C12B259E-3C99-45E0-952F-2BD160117ADD}" dt="2025-09-02T15:39:07.296" v="1668"/>
        <pc:sldMkLst>
          <pc:docMk/>
          <pc:sldMk cId="2063704722" sldId="675"/>
        </pc:sldMkLst>
      </pc:sldChg>
      <pc:sldChg chg="add del">
        <pc:chgData name="Jean-Noël HAUSER" userId="4e27450b0d468399" providerId="LiveId" clId="{C12B259E-3C99-45E0-952F-2BD160117ADD}" dt="2025-09-02T15:39:07.296" v="1668"/>
        <pc:sldMkLst>
          <pc:docMk/>
          <pc:sldMk cId="3887086389" sldId="676"/>
        </pc:sldMkLst>
      </pc:sldChg>
      <pc:sldChg chg="add del">
        <pc:chgData name="Jean-Noël HAUSER" userId="4e27450b0d468399" providerId="LiveId" clId="{C12B259E-3C99-45E0-952F-2BD160117ADD}" dt="2025-09-03T08:26:27.269" v="1756" actId="47"/>
        <pc:sldMkLst>
          <pc:docMk/>
          <pc:sldMk cId="3136469471" sldId="677"/>
        </pc:sldMkLst>
      </pc:sldChg>
      <pc:sldChg chg="modSp add mod">
        <pc:chgData name="Jean-Noël HAUSER" userId="4e27450b0d468399" providerId="LiveId" clId="{C12B259E-3C99-45E0-952F-2BD160117ADD}" dt="2025-09-03T08:27:53.069" v="1763" actId="207"/>
        <pc:sldMkLst>
          <pc:docMk/>
          <pc:sldMk cId="1487060896" sldId="696"/>
        </pc:sldMkLst>
        <pc:spChg chg="mod">
          <ac:chgData name="Jean-Noël HAUSER" userId="4e27450b0d468399" providerId="LiveId" clId="{C12B259E-3C99-45E0-952F-2BD160117ADD}" dt="2025-09-03T08:27:48.082" v="1762" actId="207"/>
          <ac:spMkLst>
            <pc:docMk/>
            <pc:sldMk cId="1487060896" sldId="696"/>
            <ac:spMk id="4" creationId="{00000000-0000-0000-0000-000000000000}"/>
          </ac:spMkLst>
        </pc:spChg>
        <pc:spChg chg="mod">
          <ac:chgData name="Jean-Noël HAUSER" userId="4e27450b0d468399" providerId="LiveId" clId="{C12B259E-3C99-45E0-952F-2BD160117ADD}" dt="2025-09-03T08:27:53.069" v="1763" actId="207"/>
          <ac:spMkLst>
            <pc:docMk/>
            <pc:sldMk cId="1487060896" sldId="696"/>
            <ac:spMk id="8" creationId="{00000000-0000-0000-0000-000000000000}"/>
          </ac:spMkLst>
        </pc:spChg>
      </pc:sldChg>
      <pc:sldChg chg="add">
        <pc:chgData name="Jean-Noël HAUSER" userId="4e27450b0d468399" providerId="LiveId" clId="{C12B259E-3C99-45E0-952F-2BD160117ADD}" dt="2025-09-03T08:24:05.290" v="1743"/>
        <pc:sldMkLst>
          <pc:docMk/>
          <pc:sldMk cId="1341044109" sldId="701"/>
        </pc:sldMkLst>
      </pc:sldChg>
      <pc:sldChg chg="add">
        <pc:chgData name="Jean-Noël HAUSER" userId="4e27450b0d468399" providerId="LiveId" clId="{C12B259E-3C99-45E0-952F-2BD160117ADD}" dt="2025-09-03T08:24:05.290" v="1743"/>
        <pc:sldMkLst>
          <pc:docMk/>
          <pc:sldMk cId="2255055465" sldId="702"/>
        </pc:sldMkLst>
      </pc:sldChg>
      <pc:sldChg chg="add">
        <pc:chgData name="Jean-Noël HAUSER" userId="4e27450b0d468399" providerId="LiveId" clId="{C12B259E-3C99-45E0-952F-2BD160117ADD}" dt="2025-09-03T08:24:05.290" v="1743"/>
        <pc:sldMkLst>
          <pc:docMk/>
          <pc:sldMk cId="1681876503" sldId="703"/>
        </pc:sldMkLst>
      </pc:sldChg>
      <pc:sldChg chg="add">
        <pc:chgData name="Jean-Noël HAUSER" userId="4e27450b0d468399" providerId="LiveId" clId="{C12B259E-3C99-45E0-952F-2BD160117ADD}" dt="2025-09-03T08:24:05.290" v="1743"/>
        <pc:sldMkLst>
          <pc:docMk/>
          <pc:sldMk cId="2629603089" sldId="704"/>
        </pc:sldMkLst>
      </pc:sldChg>
      <pc:sldChg chg="add">
        <pc:chgData name="Jean-Noël HAUSER" userId="4e27450b0d468399" providerId="LiveId" clId="{C12B259E-3C99-45E0-952F-2BD160117ADD}" dt="2025-09-03T08:24:05.290" v="1743"/>
        <pc:sldMkLst>
          <pc:docMk/>
          <pc:sldMk cId="238071313" sldId="705"/>
        </pc:sldMkLst>
      </pc:sldChg>
      <pc:sldChg chg="add">
        <pc:chgData name="Jean-Noël HAUSER" userId="4e27450b0d468399" providerId="LiveId" clId="{C12B259E-3C99-45E0-952F-2BD160117ADD}" dt="2025-09-03T08:24:05.290" v="1743"/>
        <pc:sldMkLst>
          <pc:docMk/>
          <pc:sldMk cId="1975127553" sldId="706"/>
        </pc:sldMkLst>
      </pc:sldChg>
      <pc:sldChg chg="add">
        <pc:chgData name="Jean-Noël HAUSER" userId="4e27450b0d468399" providerId="LiveId" clId="{C12B259E-3C99-45E0-952F-2BD160117ADD}" dt="2025-09-03T08:24:05.290" v="1743"/>
        <pc:sldMkLst>
          <pc:docMk/>
          <pc:sldMk cId="1189993135" sldId="707"/>
        </pc:sldMkLst>
      </pc:sldChg>
      <pc:sldChg chg="add">
        <pc:chgData name="Jean-Noël HAUSER" userId="4e27450b0d468399" providerId="LiveId" clId="{C12B259E-3C99-45E0-952F-2BD160117ADD}" dt="2025-09-03T08:24:05.290" v="1743"/>
        <pc:sldMkLst>
          <pc:docMk/>
          <pc:sldMk cId="287814809" sldId="708"/>
        </pc:sldMkLst>
      </pc:sldChg>
      <pc:sldChg chg="add">
        <pc:chgData name="Jean-Noël HAUSER" userId="4e27450b0d468399" providerId="LiveId" clId="{C12B259E-3C99-45E0-952F-2BD160117ADD}" dt="2025-09-03T08:24:05.290" v="1743"/>
        <pc:sldMkLst>
          <pc:docMk/>
          <pc:sldMk cId="201102326" sldId="709"/>
        </pc:sldMkLst>
      </pc:sldChg>
      <pc:sldChg chg="add">
        <pc:chgData name="Jean-Noël HAUSER" userId="4e27450b0d468399" providerId="LiveId" clId="{C12B259E-3C99-45E0-952F-2BD160117ADD}" dt="2025-09-03T08:24:05.290" v="1743"/>
        <pc:sldMkLst>
          <pc:docMk/>
          <pc:sldMk cId="1024487178" sldId="710"/>
        </pc:sldMkLst>
      </pc:sldChg>
      <pc:sldChg chg="add">
        <pc:chgData name="Jean-Noël HAUSER" userId="4e27450b0d468399" providerId="LiveId" clId="{C12B259E-3C99-45E0-952F-2BD160117ADD}" dt="2025-09-03T08:24:05.290" v="1743"/>
        <pc:sldMkLst>
          <pc:docMk/>
          <pc:sldMk cId="296290035" sldId="711"/>
        </pc:sldMkLst>
      </pc:sldChg>
      <pc:sldChg chg="add">
        <pc:chgData name="Jean-Noël HAUSER" userId="4e27450b0d468399" providerId="LiveId" clId="{C12B259E-3C99-45E0-952F-2BD160117ADD}" dt="2025-09-03T08:24:05.290" v="1743"/>
        <pc:sldMkLst>
          <pc:docMk/>
          <pc:sldMk cId="3479840384" sldId="712"/>
        </pc:sldMkLst>
      </pc:sldChg>
      <pc:sldChg chg="add">
        <pc:chgData name="Jean-Noël HAUSER" userId="4e27450b0d468399" providerId="LiveId" clId="{C12B259E-3C99-45E0-952F-2BD160117ADD}" dt="2025-09-03T08:24:05.290" v="1743"/>
        <pc:sldMkLst>
          <pc:docMk/>
          <pc:sldMk cId="2737130729" sldId="713"/>
        </pc:sldMkLst>
      </pc:sldChg>
      <pc:sldChg chg="add">
        <pc:chgData name="Jean-Noël HAUSER" userId="4e27450b0d468399" providerId="LiveId" clId="{C12B259E-3C99-45E0-952F-2BD160117ADD}" dt="2025-09-03T08:24:05.290" v="1743"/>
        <pc:sldMkLst>
          <pc:docMk/>
          <pc:sldMk cId="1010397695" sldId="714"/>
        </pc:sldMkLst>
      </pc:sldChg>
      <pc:sldChg chg="add">
        <pc:chgData name="Jean-Noël HAUSER" userId="4e27450b0d468399" providerId="LiveId" clId="{C12B259E-3C99-45E0-952F-2BD160117ADD}" dt="2025-09-03T08:24:05.290" v="1743"/>
        <pc:sldMkLst>
          <pc:docMk/>
          <pc:sldMk cId="3824390441" sldId="715"/>
        </pc:sldMkLst>
      </pc:sldChg>
      <pc:sldChg chg="add del">
        <pc:chgData name="Jean-Noël HAUSER" userId="4e27450b0d468399" providerId="LiveId" clId="{C12B259E-3C99-45E0-952F-2BD160117ADD}" dt="2025-09-02T15:39:07.296" v="1668"/>
        <pc:sldMkLst>
          <pc:docMk/>
          <pc:sldMk cId="3019922831" sldId="716"/>
        </pc:sldMkLst>
      </pc:sldChg>
      <pc:sldChg chg="modSp add mod ord">
        <pc:chgData name="Jean-Noël HAUSER" userId="4e27450b0d468399" providerId="LiveId" clId="{C12B259E-3C99-45E0-952F-2BD160117ADD}" dt="2025-09-02T15:37:00.796" v="1642"/>
        <pc:sldMkLst>
          <pc:docMk/>
          <pc:sldMk cId="1773808944" sldId="717"/>
        </pc:sldMkLst>
        <pc:spChg chg="mod">
          <ac:chgData name="Jean-Noël HAUSER" userId="4e27450b0d468399" providerId="LiveId" clId="{C12B259E-3C99-45E0-952F-2BD160117ADD}" dt="2025-09-02T14:08:59.272" v="1143" actId="20577"/>
          <ac:spMkLst>
            <pc:docMk/>
            <pc:sldMk cId="1773808944" sldId="717"/>
            <ac:spMk id="4" creationId="{C1549CA3-82CA-1D35-029C-534EE687381E}"/>
          </ac:spMkLst>
        </pc:spChg>
      </pc:sldChg>
      <pc:sldChg chg="add del setBg">
        <pc:chgData name="Jean-Noël HAUSER" userId="4e27450b0d468399" providerId="LiveId" clId="{C12B259E-3C99-45E0-952F-2BD160117ADD}" dt="2025-09-02T14:09:16.349" v="1146" actId="47"/>
        <pc:sldMkLst>
          <pc:docMk/>
          <pc:sldMk cId="308879680" sldId="718"/>
        </pc:sldMkLst>
      </pc:sldChg>
      <pc:sldChg chg="add del setBg">
        <pc:chgData name="Jean-Noël HAUSER" userId="4e27450b0d468399" providerId="LiveId" clId="{C12B259E-3C99-45E0-952F-2BD160117ADD}" dt="2025-09-02T14:09:37.085" v="1149" actId="47"/>
        <pc:sldMkLst>
          <pc:docMk/>
          <pc:sldMk cId="1308953358" sldId="718"/>
        </pc:sldMkLst>
      </pc:sldChg>
      <pc:sldChg chg="addSp modSp add mod">
        <pc:chgData name="Jean-Noël HAUSER" userId="4e27450b0d468399" providerId="LiveId" clId="{C12B259E-3C99-45E0-952F-2BD160117ADD}" dt="2025-09-02T15:38:03.928" v="1666" actId="20577"/>
        <pc:sldMkLst>
          <pc:docMk/>
          <pc:sldMk cId="2741218222" sldId="719"/>
        </pc:sldMkLst>
        <pc:spChg chg="mod">
          <ac:chgData name="Jean-Noël HAUSER" userId="4e27450b0d468399" providerId="LiveId" clId="{C12B259E-3C99-45E0-952F-2BD160117ADD}" dt="2025-09-02T15:38:03.928" v="1666" actId="20577"/>
          <ac:spMkLst>
            <pc:docMk/>
            <pc:sldMk cId="2741218222" sldId="719"/>
            <ac:spMk id="4" creationId="{B9B56367-039F-EACC-AB8E-DA4B86F2D9D2}"/>
          </ac:spMkLst>
        </pc:spChg>
        <pc:spChg chg="add mod">
          <ac:chgData name="Jean-Noël HAUSER" userId="4e27450b0d468399" providerId="LiveId" clId="{C12B259E-3C99-45E0-952F-2BD160117ADD}" dt="2025-09-02T15:37:36.436" v="1645" actId="108"/>
          <ac:spMkLst>
            <pc:docMk/>
            <pc:sldMk cId="2741218222" sldId="719"/>
            <ac:spMk id="5" creationId="{A5C3E680-DA61-A4EF-AC8E-A67D5C4E6644}"/>
          </ac:spMkLst>
        </pc:spChg>
        <pc:picChg chg="mod">
          <ac:chgData name="Jean-Noël HAUSER" userId="4e27450b0d468399" providerId="LiveId" clId="{C12B259E-3C99-45E0-952F-2BD160117ADD}" dt="2025-09-02T14:09:49.794" v="1150" actId="1076"/>
          <ac:picMkLst>
            <pc:docMk/>
            <pc:sldMk cId="2741218222" sldId="719"/>
            <ac:picMk id="3" creationId="{24A0DD74-CD96-8A3A-1E77-9FCD4628EE1E}"/>
          </ac:picMkLst>
        </pc:picChg>
      </pc:sldChg>
      <pc:sldChg chg="add del setBg">
        <pc:chgData name="Jean-Noël HAUSER" userId="4e27450b0d468399" providerId="LiveId" clId="{C12B259E-3C99-45E0-952F-2BD160117ADD}" dt="2025-09-02T14:13:00.461" v="1319" actId="47"/>
        <pc:sldMkLst>
          <pc:docMk/>
          <pc:sldMk cId="2528770853" sldId="720"/>
        </pc:sldMkLst>
      </pc:sldChg>
      <pc:sldChg chg="add">
        <pc:chgData name="Jean-Noël HAUSER" userId="4e27450b0d468399" providerId="LiveId" clId="{C12B259E-3C99-45E0-952F-2BD160117ADD}" dt="2025-09-03T08:24:05.290" v="1743"/>
        <pc:sldMkLst>
          <pc:docMk/>
          <pc:sldMk cId="3965524861" sldId="720"/>
        </pc:sldMkLst>
      </pc:sldChg>
      <pc:sldChg chg="delSp modSp add del mod ord">
        <pc:chgData name="Jean-Noël HAUSER" userId="4e27450b0d468399" providerId="LiveId" clId="{C12B259E-3C99-45E0-952F-2BD160117ADD}" dt="2025-09-02T15:38:32.076" v="1667" actId="47"/>
        <pc:sldMkLst>
          <pc:docMk/>
          <pc:sldMk cId="117060222" sldId="721"/>
        </pc:sldMkLst>
        <pc:spChg chg="mod">
          <ac:chgData name="Jean-Noël HAUSER" userId="4e27450b0d468399" providerId="LiveId" clId="{C12B259E-3C99-45E0-952F-2BD160117ADD}" dt="2025-09-02T14:12:43.147" v="1317" actId="20577"/>
          <ac:spMkLst>
            <pc:docMk/>
            <pc:sldMk cId="117060222" sldId="721"/>
            <ac:spMk id="4" creationId="{C2A82046-6029-A698-3EE4-1D6168642E5F}"/>
          </ac:spMkLst>
        </pc:spChg>
        <pc:spChg chg="del">
          <ac:chgData name="Jean-Noël HAUSER" userId="4e27450b0d468399" providerId="LiveId" clId="{C12B259E-3C99-45E0-952F-2BD160117ADD}" dt="2025-09-02T14:12:47.733" v="1318" actId="478"/>
          <ac:spMkLst>
            <pc:docMk/>
            <pc:sldMk cId="117060222" sldId="721"/>
            <ac:spMk id="5" creationId="{D500402C-4209-A2AE-74FE-193DDAF3E9F3}"/>
          </ac:spMkLst>
        </pc:spChg>
      </pc:sldChg>
      <pc:sldChg chg="add">
        <pc:chgData name="Jean-Noël HAUSER" userId="4e27450b0d468399" providerId="LiveId" clId="{C12B259E-3C99-45E0-952F-2BD160117ADD}" dt="2025-09-03T08:24:05.290" v="1743"/>
        <pc:sldMkLst>
          <pc:docMk/>
          <pc:sldMk cId="839671972" sldId="721"/>
        </pc:sldMkLst>
      </pc:sldChg>
      <pc:sldChg chg="add del setBg">
        <pc:chgData name="Jean-Noël HAUSER" userId="4e27450b0d468399" providerId="LiveId" clId="{C12B259E-3C99-45E0-952F-2BD160117ADD}" dt="2025-09-02T14:13:21.836" v="1323" actId="47"/>
        <pc:sldMkLst>
          <pc:docMk/>
          <pc:sldMk cId="2076681950" sldId="722"/>
        </pc:sldMkLst>
      </pc:sldChg>
      <pc:sldChg chg="modSp add mod">
        <pc:chgData name="Jean-Noël HAUSER" userId="4e27450b0d468399" providerId="LiveId" clId="{C12B259E-3C99-45E0-952F-2BD160117ADD}" dt="2025-09-03T08:40:30.307" v="2134" actId="14100"/>
        <pc:sldMkLst>
          <pc:docMk/>
          <pc:sldMk cId="2469744487" sldId="722"/>
        </pc:sldMkLst>
        <pc:spChg chg="mod">
          <ac:chgData name="Jean-Noël HAUSER" userId="4e27450b0d468399" providerId="LiveId" clId="{C12B259E-3C99-45E0-952F-2BD160117ADD}" dt="2025-09-03T08:37:50.956" v="1908" actId="20577"/>
          <ac:spMkLst>
            <pc:docMk/>
            <pc:sldMk cId="2469744487" sldId="722"/>
            <ac:spMk id="4" creationId="{A1E8BB13-6FF7-A1F0-A57B-37D251892FC9}"/>
          </ac:spMkLst>
        </pc:spChg>
        <pc:spChg chg="mod">
          <ac:chgData name="Jean-Noël HAUSER" userId="4e27450b0d468399" providerId="LiveId" clId="{C12B259E-3C99-45E0-952F-2BD160117ADD}" dt="2025-09-03T08:40:30.307" v="2134" actId="14100"/>
          <ac:spMkLst>
            <pc:docMk/>
            <pc:sldMk cId="2469744487" sldId="722"/>
            <ac:spMk id="8" creationId="{0304925A-815B-227A-77A6-ABFD5452C2C9}"/>
          </ac:spMkLst>
        </pc:spChg>
      </pc:sldChg>
      <pc:sldChg chg="modSp add mod">
        <pc:chgData name="Jean-Noël HAUSER" userId="4e27450b0d468399" providerId="LiveId" clId="{C12B259E-3C99-45E0-952F-2BD160117ADD}" dt="2025-09-03T08:43:27.016" v="2195" actId="20577"/>
        <pc:sldMkLst>
          <pc:docMk/>
          <pc:sldMk cId="2695068099" sldId="723"/>
        </pc:sldMkLst>
        <pc:spChg chg="mod">
          <ac:chgData name="Jean-Noël HAUSER" userId="4e27450b0d468399" providerId="LiveId" clId="{C12B259E-3C99-45E0-952F-2BD160117ADD}" dt="2025-09-03T08:43:27.016" v="2195" actId="20577"/>
          <ac:spMkLst>
            <pc:docMk/>
            <pc:sldMk cId="2695068099" sldId="723"/>
            <ac:spMk id="4" creationId="{B7EDC448-0A38-9814-8BF3-C10790FE48E7}"/>
          </ac:spMkLst>
        </pc:spChg>
      </pc:sldChg>
      <pc:sldChg chg="addSp modSp add del mod">
        <pc:chgData name="Jean-Noël HAUSER" userId="4e27450b0d468399" providerId="LiveId" clId="{C12B259E-3C99-45E0-952F-2BD160117ADD}" dt="2025-09-02T15:38:32.076" v="1667" actId="47"/>
        <pc:sldMkLst>
          <pc:docMk/>
          <pc:sldMk cId="3364724500" sldId="723"/>
        </pc:sldMkLst>
        <pc:spChg chg="mod">
          <ac:chgData name="Jean-Noël HAUSER" userId="4e27450b0d468399" providerId="LiveId" clId="{C12B259E-3C99-45E0-952F-2BD160117ADD}" dt="2025-09-02T14:13:45.742" v="1326" actId="108"/>
          <ac:spMkLst>
            <pc:docMk/>
            <pc:sldMk cId="3364724500" sldId="723"/>
            <ac:spMk id="4" creationId="{7E996E3D-4317-DEC7-5604-17DE6A87AB04}"/>
          </ac:spMkLst>
        </pc:spChg>
        <pc:spChg chg="add mod">
          <ac:chgData name="Jean-Noël HAUSER" userId="4e27450b0d468399" providerId="LiveId" clId="{C12B259E-3C99-45E0-952F-2BD160117ADD}" dt="2025-09-02T14:14:35.706" v="1332" actId="14100"/>
          <ac:spMkLst>
            <pc:docMk/>
            <pc:sldMk cId="3364724500" sldId="723"/>
            <ac:spMk id="5" creationId="{948003BD-50A7-6DF6-AF62-06D10E0CCB86}"/>
          </ac:spMkLst>
        </pc:spChg>
        <pc:picChg chg="mod">
          <ac:chgData name="Jean-Noël HAUSER" userId="4e27450b0d468399" providerId="LiveId" clId="{C12B259E-3C99-45E0-952F-2BD160117ADD}" dt="2025-09-02T14:14:40.887" v="1333" actId="1076"/>
          <ac:picMkLst>
            <pc:docMk/>
            <pc:sldMk cId="3364724500" sldId="723"/>
            <ac:picMk id="3" creationId="{FF7A75B5-0993-E092-06D1-7FDDDE829831}"/>
          </ac:picMkLst>
        </pc:picChg>
      </pc:sldChg>
      <pc:sldChg chg="add del">
        <pc:chgData name="Jean-Noël HAUSER" userId="4e27450b0d468399" providerId="LiveId" clId="{C12B259E-3C99-45E0-952F-2BD160117ADD}" dt="2025-09-02T15:17:11.368" v="1415" actId="47"/>
        <pc:sldMkLst>
          <pc:docMk/>
          <pc:sldMk cId="0" sldId="724"/>
        </pc:sldMkLst>
      </pc:sldChg>
      <pc:sldChg chg="addSp delSp modSp add mod">
        <pc:chgData name="Jean-Noël HAUSER" userId="4e27450b0d468399" providerId="LiveId" clId="{C12B259E-3C99-45E0-952F-2BD160117ADD}" dt="2025-09-03T08:46:23.696" v="2237" actId="20577"/>
        <pc:sldMkLst>
          <pc:docMk/>
          <pc:sldMk cId="4254893141" sldId="724"/>
        </pc:sldMkLst>
        <pc:spChg chg="mod">
          <ac:chgData name="Jean-Noël HAUSER" userId="4e27450b0d468399" providerId="LiveId" clId="{C12B259E-3C99-45E0-952F-2BD160117ADD}" dt="2025-09-03T08:46:23.696" v="2237" actId="20577"/>
          <ac:spMkLst>
            <pc:docMk/>
            <pc:sldMk cId="4254893141" sldId="724"/>
            <ac:spMk id="2" creationId="{BEC6E5B7-2991-8861-A700-489D852F0357}"/>
          </ac:spMkLst>
        </pc:spChg>
        <pc:picChg chg="add">
          <ac:chgData name="Jean-Noël HAUSER" userId="4e27450b0d468399" providerId="LiveId" clId="{C12B259E-3C99-45E0-952F-2BD160117ADD}" dt="2025-09-03T08:46:06.242" v="2199" actId="22"/>
          <ac:picMkLst>
            <pc:docMk/>
            <pc:sldMk cId="4254893141" sldId="724"/>
            <ac:picMk id="5" creationId="{172BA910-C512-2C6A-90C5-486D45E06DC7}"/>
          </ac:picMkLst>
        </pc:picChg>
        <pc:picChg chg="del">
          <ac:chgData name="Jean-Noël HAUSER" userId="4e27450b0d468399" providerId="LiveId" clId="{C12B259E-3C99-45E0-952F-2BD160117ADD}" dt="2025-09-03T08:46:04.820" v="2198" actId="478"/>
          <ac:picMkLst>
            <pc:docMk/>
            <pc:sldMk cId="4254893141" sldId="724"/>
            <ac:picMk id="2050" creationId="{D03D802B-EA48-88DF-3E4C-90144F0A0125}"/>
          </ac:picMkLst>
        </pc:picChg>
      </pc:sldChg>
      <pc:sldChg chg="modSp add mod">
        <pc:chgData name="Jean-Noël HAUSER" userId="4e27450b0d468399" providerId="LiveId" clId="{C12B259E-3C99-45E0-952F-2BD160117ADD}" dt="2025-09-03T11:46:49.110" v="2373" actId="20577"/>
        <pc:sldMkLst>
          <pc:docMk/>
          <pc:sldMk cId="1293611184" sldId="725"/>
        </pc:sldMkLst>
        <pc:spChg chg="mod">
          <ac:chgData name="Jean-Noël HAUSER" userId="4e27450b0d468399" providerId="LiveId" clId="{C12B259E-3C99-45E0-952F-2BD160117ADD}" dt="2025-09-03T11:46:49.110" v="2373" actId="20577"/>
          <ac:spMkLst>
            <pc:docMk/>
            <pc:sldMk cId="1293611184" sldId="725"/>
            <ac:spMk id="5" creationId="{A3EA107C-FC0E-4CB7-E763-39DC10A3F3AB}"/>
          </ac:spMkLst>
        </pc:spChg>
      </pc:sldChg>
      <pc:sldChg chg="modSp add mod">
        <pc:chgData name="Jean-Noël HAUSER" userId="4e27450b0d468399" providerId="LiveId" clId="{C12B259E-3C99-45E0-952F-2BD160117ADD}" dt="2025-09-03T11:46:57.520" v="2377" actId="6549"/>
        <pc:sldMkLst>
          <pc:docMk/>
          <pc:sldMk cId="1885323235" sldId="726"/>
        </pc:sldMkLst>
        <pc:spChg chg="mod">
          <ac:chgData name="Jean-Noël HAUSER" userId="4e27450b0d468399" providerId="LiveId" clId="{C12B259E-3C99-45E0-952F-2BD160117ADD}" dt="2025-09-03T11:46:57.520" v="2377" actId="6549"/>
          <ac:spMkLst>
            <pc:docMk/>
            <pc:sldMk cId="1885323235" sldId="726"/>
            <ac:spMk id="5" creationId="{CFCC84F8-B77A-45B3-6AE4-0E8EA6AF3E2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fr-FR"/>
          </a:p>
        </p:txBody>
      </p:sp>
      <p:sp>
        <p:nvSpPr>
          <p:cNvPr id="3" name="Espace réservé de la date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782EE97A-2E52-4656-86ED-AE9BE8A42DB3}" type="datetimeFigureOut">
              <a:rPr lang="fr-FR" smtClean="0"/>
              <a:pPr/>
              <a:t>03/09/2025</a:t>
            </a:fld>
            <a:endParaRPr lang="fr-FR"/>
          </a:p>
        </p:txBody>
      </p:sp>
      <p:sp>
        <p:nvSpPr>
          <p:cNvPr id="4" name="Espace réservé de l'image des diapositives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fr-FR"/>
          </a:p>
        </p:txBody>
      </p:sp>
      <p:sp>
        <p:nvSpPr>
          <p:cNvPr id="5" name="Espace réservé des commentaires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fr-FR"/>
          </a:p>
        </p:txBody>
      </p:sp>
      <p:sp>
        <p:nvSpPr>
          <p:cNvPr id="7" name="Espace réservé du numéro de diapositive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5832B336-EC48-43F6-A4D0-BAA275A3F5C6}"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8" name="Titr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fr-FR"/>
              <a:t>Cliquez pour modifier le style du titre</a:t>
            </a:r>
            <a:endParaRPr kumimoji="0" lang="en-US"/>
          </a:p>
        </p:txBody>
      </p:sp>
      <p:sp>
        <p:nvSpPr>
          <p:cNvPr id="28" name="Espace réservé de la date 27"/>
          <p:cNvSpPr>
            <a:spLocks noGrp="1"/>
          </p:cNvSpPr>
          <p:nvPr>
            <p:ph type="dt" sz="half" idx="10"/>
          </p:nvPr>
        </p:nvSpPr>
        <p:spPr/>
        <p:txBody>
          <a:bodyPr/>
          <a:lstStyle/>
          <a:p>
            <a:fld id="{76820B44-6E16-4B3E-8855-D5A3CCC773A7}" type="datetime1">
              <a:rPr lang="fr-FR" smtClean="0"/>
              <a:pPr/>
              <a:t>03/09/2025</a:t>
            </a:fld>
            <a:endParaRPr lang="fr-FR"/>
          </a:p>
        </p:txBody>
      </p:sp>
      <p:sp>
        <p:nvSpPr>
          <p:cNvPr id="17" name="Espace réservé du pied de page 16"/>
          <p:cNvSpPr>
            <a:spLocks noGrp="1"/>
          </p:cNvSpPr>
          <p:nvPr>
            <p:ph type="ftr" sz="quarter" idx="11"/>
          </p:nvPr>
        </p:nvSpPr>
        <p:spPr/>
        <p:txBody>
          <a:bodyPr/>
          <a:lstStyle/>
          <a:p>
            <a:endParaRPr lang="fr-FR"/>
          </a:p>
        </p:txBody>
      </p:sp>
      <p:sp>
        <p:nvSpPr>
          <p:cNvPr id="29" name="Espace réservé du numéro de diapositive 28"/>
          <p:cNvSpPr>
            <a:spLocks noGrp="1"/>
          </p:cNvSpPr>
          <p:nvPr>
            <p:ph type="sldNum" sz="quarter" idx="12"/>
          </p:nvPr>
        </p:nvSpPr>
        <p:spPr/>
        <p:txBody>
          <a:bodyPr/>
          <a:lstStyle/>
          <a:p>
            <a:fld id="{4D4991C9-18F4-4D2B-A030-BA7B1F5F6083}" type="slidenum">
              <a:rPr lang="fr-FR" smtClean="0"/>
              <a:pPr/>
              <a:t>‹N°›</a:t>
            </a:fld>
            <a:endParaRPr lang="fr-FR"/>
          </a:p>
        </p:txBody>
      </p:sp>
      <p:sp>
        <p:nvSpPr>
          <p:cNvPr id="9" name="Sous-titr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contenu 2"/>
          <p:cNvSpPr>
            <a:spLocks noGrp="1"/>
          </p:cNvSpPr>
          <p:nvPr>
            <p:ph idx="1"/>
          </p:nvPr>
        </p:nvSpPr>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81E5C41-9E7B-4695-A4B4-C28095E0A9CD}" type="datetime1">
              <a:rPr lang="fr-FR" smtClean="0"/>
              <a:pPr/>
              <a:t>03/09/2025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3">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4" name="Espace réservé de la date 3"/>
          <p:cNvSpPr>
            <a:spLocks noGrp="1"/>
          </p:cNvSpPr>
          <p:nvPr>
            <p:ph type="dt" sz="half" idx="10"/>
          </p:nvPr>
        </p:nvSpPr>
        <p:spPr/>
        <p:txBody>
          <a:bodyPr/>
          <a:lstStyle/>
          <a:p>
            <a:fld id="{FA4E4AFA-EF2C-4966-9568-04F9BA03690A}" type="datetime1">
              <a:rPr lang="fr-FR" smtClean="0"/>
              <a:pPr/>
              <a:t>03/09/2025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7924800" y="6416675"/>
            <a:ext cx="762000" cy="365125"/>
          </a:xfrm>
        </p:spPr>
        <p:txBody>
          <a:bodyPr/>
          <a:lstStyle/>
          <a:p>
            <a:fld id="{4D4991C9-18F4-4D2B-A030-BA7B1F5F6083}"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contenu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u contenu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9158FD81-4880-4582-A024-A807A3AA3047}" type="datetime1">
              <a:rPr lang="fr-FR" smtClean="0"/>
              <a:pPr/>
              <a:t>03/09/2025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nchor="ctr"/>
          <a:lstStyle>
            <a:lvl1pPr>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5" name="Espace réservé du contenu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6" name="Espace réservé du contenu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7" name="Espace réservé de la date 6"/>
          <p:cNvSpPr>
            <a:spLocks noGrp="1"/>
          </p:cNvSpPr>
          <p:nvPr>
            <p:ph type="dt" sz="half" idx="10"/>
          </p:nvPr>
        </p:nvSpPr>
        <p:spPr/>
        <p:txBody>
          <a:bodyPr/>
          <a:lstStyle/>
          <a:p>
            <a:fld id="{E49FC002-18E7-49E0-B191-B489C97E1DBD}" type="datetime1">
              <a:rPr lang="fr-FR" smtClean="0"/>
              <a:pPr/>
              <a:t>03/09/2025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9FEA0927-8857-4DB0-9C96-8B140D65C202}" type="datetime1">
              <a:rPr lang="fr-FR" smtClean="0"/>
              <a:pPr/>
              <a:t>03/09/2025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5B5A3CF-1B64-4D0E-84FD-FE11813DAD3E}" type="datetime1">
              <a:rPr lang="fr-FR" smtClean="0"/>
              <a:pPr/>
              <a:t>03/09/2025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4" name="Espace réservé du contenu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3DA0FC66-C6C7-4337-9D91-6EE04D93ECA9}" type="datetime1">
              <a:rPr lang="fr-FR" smtClean="0"/>
              <a:pPr/>
              <a:t>03/09/2025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fr-FR">
                <a:solidFill>
                  <a:schemeClr val="lt1"/>
                </a:solidFill>
                <a:latin typeface="+mn-lt"/>
                <a:ea typeface="+mn-ea"/>
                <a:cs typeface="+mn-cs"/>
              </a:rPr>
              <a:t>Cliquez sur l'icône pour ajouter une image</a:t>
            </a:r>
            <a:endParaRPr kumimoji="0" lang="en-US" dirty="0">
              <a:solidFill>
                <a:schemeClr val="lt1"/>
              </a:solidFill>
              <a:latin typeface="+mn-lt"/>
              <a:ea typeface="+mn-ea"/>
              <a:cs typeface="+mn-cs"/>
            </a:endParaRPr>
          </a:p>
        </p:txBody>
      </p:sp>
      <p:sp>
        <p:nvSpPr>
          <p:cNvPr id="4" name="Espace réservé du texte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5" name="Espace réservé de la date 4"/>
          <p:cNvSpPr>
            <a:spLocks noGrp="1"/>
          </p:cNvSpPr>
          <p:nvPr>
            <p:ph type="dt" sz="half" idx="10"/>
          </p:nvPr>
        </p:nvSpPr>
        <p:spPr/>
        <p:txBody>
          <a:bodyPr/>
          <a:lstStyle/>
          <a:p>
            <a:fld id="{B461E48C-8EA1-480C-AF3D-5CD7349216C8}" type="datetime1">
              <a:rPr lang="fr-FR" smtClean="0"/>
              <a:pPr/>
              <a:t>03/09/2025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B12BE4DA-8E30-4A07-B640-882BCD45BC72}" type="datetime1">
              <a:rPr lang="fr-FR" smtClean="0"/>
              <a:pPr/>
              <a:t>03/09/2025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EE862AB4-8B5F-46FD-9937-8E3A0B8A143C}" type="datetime1">
              <a:rPr lang="fr-FR" smtClean="0"/>
              <a:pPr/>
              <a:t>03/09/2025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bg>
      <p:bgRef idx="1002">
        <a:schemeClr val="bg2"/>
      </p:bgRef>
    </p:bg>
    <p:spTree>
      <p:nvGrpSpPr>
        <p:cNvPr id="1" name=""/>
        <p:cNvGrpSpPr/>
        <p:nvPr/>
      </p:nvGrpSpPr>
      <p:grpSpPr>
        <a:xfrm>
          <a:off x="0" y="0"/>
          <a:ext cx="0" cy="0"/>
          <a:chOff x="0" y="0"/>
          <a:chExt cx="0" cy="0"/>
        </a:xfrm>
      </p:grpSpPr>
      <p:sp>
        <p:nvSpPr>
          <p:cNvPr id="9" name="Titr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fr-FR"/>
              <a:t>Cliquez pour modifier le style du titre</a:t>
            </a:r>
            <a:endParaRPr kumimoji="0" lang="en-US"/>
          </a:p>
        </p:txBody>
      </p:sp>
      <p:sp>
        <p:nvSpPr>
          <p:cNvPr id="17" name="Sous-titr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30" name="Espace réservé de la date 29"/>
          <p:cNvSpPr>
            <a:spLocks noGrp="1"/>
          </p:cNvSpPr>
          <p:nvPr>
            <p:ph type="dt" sz="half" idx="10"/>
          </p:nvPr>
        </p:nvSpPr>
        <p:spPr/>
        <p:txBody>
          <a:bodyPr/>
          <a:lstStyle/>
          <a:p>
            <a:fld id="{76820B44-6E16-4B3E-8855-D5A3CCC773A7}" type="datetime1">
              <a:rPr lang="fr-FR" smtClean="0"/>
              <a:pPr/>
              <a:t>03/09/2025</a:t>
            </a:fld>
            <a:endParaRPr lang="fr-FR"/>
          </a:p>
        </p:txBody>
      </p:sp>
      <p:sp>
        <p:nvSpPr>
          <p:cNvPr id="19" name="Espace réservé du pied de page 18"/>
          <p:cNvSpPr>
            <a:spLocks noGrp="1"/>
          </p:cNvSpPr>
          <p:nvPr>
            <p:ph type="ftr" sz="quarter" idx="11"/>
          </p:nvPr>
        </p:nvSpPr>
        <p:spPr/>
        <p:txBody>
          <a:bodyPr/>
          <a:lstStyle/>
          <a:p>
            <a:endParaRPr lang="fr-FR"/>
          </a:p>
        </p:txBody>
      </p:sp>
      <p:sp>
        <p:nvSpPr>
          <p:cNvPr id="27" name="Espace réservé du numéro de diapositive 26"/>
          <p:cNvSpPr>
            <a:spLocks noGrp="1"/>
          </p:cNvSpPr>
          <p:nvPr>
            <p:ph type="sldNum" sz="quarter" idx="12"/>
          </p:nvPr>
        </p:nvSpPr>
        <p:spPr/>
        <p:txBody>
          <a:bodyPr/>
          <a:lstStyle/>
          <a:p>
            <a:fld id="{4D4991C9-18F4-4D2B-A030-BA7B1F5F6083}"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contenu 2"/>
          <p:cNvSpPr>
            <a:spLocks noGrp="1"/>
          </p:cNvSpPr>
          <p:nvPr>
            <p:ph idx="1"/>
          </p:nvPr>
        </p:nvSpPr>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81E5C41-9E7B-4695-A4B4-C28095E0A9CD}" type="datetime1">
              <a:rPr lang="fr-FR" smtClean="0"/>
              <a:pPr/>
              <a:t>03/09/2025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2">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4" name="Espace réservé de la date 3"/>
          <p:cNvSpPr>
            <a:spLocks noGrp="1"/>
          </p:cNvSpPr>
          <p:nvPr>
            <p:ph type="dt" sz="half" idx="10"/>
          </p:nvPr>
        </p:nvSpPr>
        <p:spPr/>
        <p:txBody>
          <a:bodyPr/>
          <a:lstStyle/>
          <a:p>
            <a:fld id="{FA4E4AFA-EF2C-4966-9568-04F9BA03690A}" type="datetime1">
              <a:rPr lang="fr-FR" smtClean="0"/>
              <a:pPr/>
              <a:t>03/09/2025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4991C9-18F4-4D2B-A030-BA7B1F5F6083}"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704088"/>
            <a:ext cx="8229600" cy="1143000"/>
          </a:xfrm>
        </p:spPr>
        <p:txBody>
          <a:bodyPr/>
          <a:lstStyle/>
          <a:p>
            <a:r>
              <a:rPr kumimoji="0" lang="fr-FR"/>
              <a:t>Cliquez pour modifier le style du titre</a:t>
            </a:r>
            <a:endParaRPr kumimoji="0" lang="en-US"/>
          </a:p>
        </p:txBody>
      </p:sp>
      <p:sp>
        <p:nvSpPr>
          <p:cNvPr id="3" name="Espace réservé du contenu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u contenu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9158FD81-4880-4582-A024-A807A3AA3047}" type="datetime1">
              <a:rPr lang="fr-FR" smtClean="0"/>
              <a:pPr/>
              <a:t>03/09/2025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704088"/>
            <a:ext cx="8229600" cy="1143000"/>
          </a:xfrm>
        </p:spPr>
        <p:txBody>
          <a:bodyPr tIns="45720" anchor="b"/>
          <a:lstStyle>
            <a:lvl1pPr>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5" name="Espace réservé du contenu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6" name="Espace réservé du contenu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7" name="Espace réservé de la date 6"/>
          <p:cNvSpPr>
            <a:spLocks noGrp="1"/>
          </p:cNvSpPr>
          <p:nvPr>
            <p:ph type="dt" sz="half" idx="10"/>
          </p:nvPr>
        </p:nvSpPr>
        <p:spPr/>
        <p:txBody>
          <a:bodyPr/>
          <a:lstStyle/>
          <a:p>
            <a:fld id="{E49FC002-18E7-49E0-B191-B489C97E1DBD}" type="datetime1">
              <a:rPr lang="fr-FR" smtClean="0"/>
              <a:pPr/>
              <a:t>03/09/2025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9FEA0927-8857-4DB0-9C96-8B140D65C202}" type="datetime1">
              <a:rPr lang="fr-FR" smtClean="0"/>
              <a:pPr/>
              <a:t>03/09/2025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5B5A3CF-1B64-4D0E-84FD-FE11813DAD3E}" type="datetime1">
              <a:rPr lang="fr-FR" smtClean="0"/>
              <a:pPr/>
              <a:t>03/09/2025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fr-FR"/>
              <a:t>Cliquez pour modifier les styles du texte du masque</a:t>
            </a:r>
          </a:p>
        </p:txBody>
      </p:sp>
      <p:sp>
        <p:nvSpPr>
          <p:cNvPr id="4" name="Espace réservé du contenu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3DA0FC66-C6C7-4337-9D91-6EE04D93ECA9}" type="datetime1">
              <a:rPr lang="fr-FR" smtClean="0"/>
              <a:pPr/>
              <a:t>03/09/2025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9" name="Rogner et arrondir un rectangle à un seul coin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Triangle rect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r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fr-FR"/>
              <a:t>Cliquez pour modifier le style du titre</a:t>
            </a:r>
            <a:endParaRPr kumimoji="0" lang="en-US"/>
          </a:p>
        </p:txBody>
      </p:sp>
      <p:sp>
        <p:nvSpPr>
          <p:cNvPr id="4" name="Espace réservé du texte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5" name="Espace réservé de la date 4"/>
          <p:cNvSpPr>
            <a:spLocks noGrp="1"/>
          </p:cNvSpPr>
          <p:nvPr>
            <p:ph type="dt" sz="half" idx="10"/>
          </p:nvPr>
        </p:nvSpPr>
        <p:spPr/>
        <p:txBody>
          <a:bodyPr/>
          <a:lstStyle/>
          <a:p>
            <a:fld id="{B461E48C-8EA1-480C-AF3D-5CD7349216C8}" type="datetime1">
              <a:rPr lang="fr-FR" smtClean="0"/>
              <a:pPr/>
              <a:t>03/09/2025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a:xfrm>
            <a:off x="8077200" y="6356350"/>
            <a:ext cx="609600" cy="365125"/>
          </a:xfrm>
        </p:spPr>
        <p:txBody>
          <a:bodyPr/>
          <a:lstStyle/>
          <a:p>
            <a:fld id="{4D4991C9-18F4-4D2B-A030-BA7B1F5F6083}" type="slidenum">
              <a:rPr lang="fr-FR" smtClean="0"/>
              <a:pPr/>
              <a:t>‹N°›</a:t>
            </a:fld>
            <a:endParaRPr lang="fr-FR"/>
          </a:p>
        </p:txBody>
      </p:sp>
      <p:sp>
        <p:nvSpPr>
          <p:cNvPr id="3" name="Espace réservé pour une image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fr-FR"/>
              <a:t>Cliquez sur l'icône pour ajouter une image</a:t>
            </a:r>
            <a:endParaRPr kumimoji="0" lang="en-US" dirty="0"/>
          </a:p>
        </p:txBody>
      </p:sp>
      <p:sp>
        <p:nvSpPr>
          <p:cNvPr id="10" name="Forme libre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orme libre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B12BE4DA-8E30-4A07-B640-882BCD45BC72}" type="datetime1">
              <a:rPr lang="fr-FR" smtClean="0"/>
              <a:pPr/>
              <a:t>03/09/2025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914401"/>
            <a:ext cx="2057400" cy="5211763"/>
          </a:xfrm>
        </p:spPr>
        <p:txBody>
          <a:bodyPr vert="eaVert"/>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457200" y="914401"/>
            <a:ext cx="6019800" cy="5211763"/>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EE862AB4-8B5F-46FD-9937-8E3A0B8A143C}" type="datetime1">
              <a:rPr lang="fr-FR" smtClean="0"/>
              <a:pPr/>
              <a:t>03/09/2025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4D4991C9-18F4-4D2B-A030-BA7B1F5F6083}"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14" name="Espace réservé de la date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E5614DB1-F194-4988-B54D-EA800D4AD905}" type="datetime1">
              <a:rPr lang="fr-FR" smtClean="0"/>
              <a:pPr/>
              <a:t>03/09/2025</a:t>
            </a:fld>
            <a:endParaRPr lang="fr-FR"/>
          </a:p>
        </p:txBody>
      </p:sp>
      <p:sp>
        <p:nvSpPr>
          <p:cNvPr id="3" name="Espace réservé du pied de page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fr-FR"/>
          </a:p>
        </p:txBody>
      </p:sp>
      <p:sp>
        <p:nvSpPr>
          <p:cNvPr id="23" name="Espace réservé du numéro de diapositive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4D4991C9-18F4-4D2B-A030-BA7B1F5F6083}" type="slidenum">
              <a:rPr lang="fr-FR" smtClean="0"/>
              <a:pPr/>
              <a:t>‹N°›</a:t>
            </a:fld>
            <a:endParaRPr lang="fr-FR"/>
          </a:p>
        </p:txBody>
      </p:sp>
    </p:spTree>
  </p:cSld>
  <p:clrMap bg1="dk1" tx1="lt1" bg2="dk2" tx2="lt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hdr="0" ftr="0" dt="0"/>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orme libre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orme libre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Espace réservé du titre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fr-FR"/>
              <a:t>Cliquez pour modifier le style du titre</a:t>
            </a:r>
            <a:endParaRPr kumimoji="0" lang="en-US"/>
          </a:p>
        </p:txBody>
      </p:sp>
      <p:sp>
        <p:nvSpPr>
          <p:cNvPr id="30" name="Espace réservé du texte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10" name="Espace réservé de la date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E5614DB1-F194-4988-B54D-EA800D4AD905}" type="datetime1">
              <a:rPr lang="fr-FR" smtClean="0"/>
              <a:pPr/>
              <a:t>03/09/2025</a:t>
            </a:fld>
            <a:endParaRPr lang="fr-FR"/>
          </a:p>
        </p:txBody>
      </p:sp>
      <p:sp>
        <p:nvSpPr>
          <p:cNvPr id="22" name="Espace réservé du pied de page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fr-FR"/>
          </a:p>
        </p:txBody>
      </p:sp>
      <p:sp>
        <p:nvSpPr>
          <p:cNvPr id="18" name="Espace réservé du numéro de diapositive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D4991C9-18F4-4D2B-A030-BA7B1F5F6083}" type="slidenum">
              <a:rPr lang="fr-FR" smtClean="0"/>
              <a:pPr/>
              <a:t>‹N°›</a:t>
            </a:fld>
            <a:endParaRPr lang="fr-FR"/>
          </a:p>
        </p:txBody>
      </p:sp>
      <p:grpSp>
        <p:nvGrpSpPr>
          <p:cNvPr id="2" name="Groupe 1"/>
          <p:cNvGrpSpPr/>
          <p:nvPr/>
        </p:nvGrpSpPr>
        <p:grpSpPr>
          <a:xfrm>
            <a:off x="-19017" y="202408"/>
            <a:ext cx="9180548" cy="649224"/>
            <a:chOff x="-19045" y="216550"/>
            <a:chExt cx="9180548" cy="649224"/>
          </a:xfrm>
        </p:grpSpPr>
        <p:sp>
          <p:nvSpPr>
            <p:cNvPr id="12" name="Forme libre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orme libre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7.xml"/></Relationships>
</file>

<file path=ppt/slides/_rels/slide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79A167BA-1FCB-7B0E-4787-4287CAC3A148}"/>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738C7468-28A4-4F50-0062-3652BC67B354}"/>
              </a:ext>
            </a:extLst>
          </p:cNvPr>
          <p:cNvSpPr>
            <a:spLocks noGrp="1"/>
          </p:cNvSpPr>
          <p:nvPr>
            <p:ph type="title"/>
          </p:nvPr>
        </p:nvSpPr>
        <p:spPr>
          <a:xfrm>
            <a:off x="457200" y="274638"/>
            <a:ext cx="8229600" cy="6178698"/>
          </a:xfrm>
        </p:spPr>
        <p:txBody>
          <a:bodyPr>
            <a:normAutofit/>
          </a:bodyPr>
          <a:lstStyle/>
          <a:p>
            <a:r>
              <a:rPr lang="fr-FR" sz="3200" dirty="0">
                <a:solidFill>
                  <a:schemeClr val="bg2">
                    <a:lumMod val="20000"/>
                    <a:lumOff val="80000"/>
                  </a:schemeClr>
                </a:solidFill>
              </a:rPr>
              <a:t>Risk Management</a:t>
            </a:r>
            <a:br>
              <a:rPr lang="fr-FR" sz="4400" dirty="0">
                <a:solidFill>
                  <a:schemeClr val="bg2">
                    <a:lumMod val="20000"/>
                    <a:lumOff val="80000"/>
                  </a:schemeClr>
                </a:solidFill>
              </a:rPr>
            </a:br>
            <a:br>
              <a:rPr lang="fr-FR" sz="4400" dirty="0">
                <a:solidFill>
                  <a:schemeClr val="bg2">
                    <a:lumMod val="20000"/>
                    <a:lumOff val="80000"/>
                  </a:schemeClr>
                </a:solidFill>
              </a:rPr>
            </a:br>
            <a:br>
              <a:rPr lang="fr-FR" sz="4400" dirty="0">
                <a:solidFill>
                  <a:schemeClr val="bg2">
                    <a:lumMod val="20000"/>
                    <a:lumOff val="80000"/>
                  </a:schemeClr>
                </a:solidFill>
              </a:rPr>
            </a:br>
            <a:br>
              <a:rPr lang="fr-FR" sz="4400" dirty="0">
                <a:solidFill>
                  <a:schemeClr val="bg2">
                    <a:lumMod val="20000"/>
                    <a:lumOff val="80000"/>
                  </a:schemeClr>
                </a:solidFill>
              </a:rPr>
            </a:br>
            <a:br>
              <a:rPr lang="fr-FR" sz="4400" dirty="0">
                <a:solidFill>
                  <a:schemeClr val="bg2">
                    <a:lumMod val="20000"/>
                    <a:lumOff val="80000"/>
                  </a:schemeClr>
                </a:solidFill>
              </a:rPr>
            </a:br>
            <a:br>
              <a:rPr lang="fr-FR" dirty="0"/>
            </a:br>
            <a:endParaRPr lang="fr-FR" dirty="0"/>
          </a:p>
        </p:txBody>
      </p:sp>
      <p:sp>
        <p:nvSpPr>
          <p:cNvPr id="6" name="Espace réservé du numéro de diapositive 5">
            <a:extLst>
              <a:ext uri="{FF2B5EF4-FFF2-40B4-BE49-F238E27FC236}">
                <a16:creationId xmlns:a16="http://schemas.microsoft.com/office/drawing/2014/main" id="{B4055287-1AC8-B444-A42E-95B86EE9787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prstClr val="white">
                    <a:shade val="50000"/>
                  </a:prstClr>
                </a:solidFill>
                <a:effectLst/>
                <a:uLnTx/>
                <a:uFillTx/>
                <a:latin typeface="Book Antiqu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FR" sz="1200" b="0" i="0" u="none" strike="noStrike" kern="1200" cap="none" spc="0" normalizeH="0" baseline="0" noProof="0">
              <a:ln>
                <a:noFill/>
              </a:ln>
              <a:solidFill>
                <a:prstClr val="white">
                  <a:shade val="50000"/>
                </a:prstClr>
              </a:solidFill>
              <a:effectLst/>
              <a:uLnTx/>
              <a:uFillTx/>
              <a:latin typeface="Book Antiqua"/>
              <a:ea typeface="+mn-ea"/>
              <a:cs typeface="+mn-cs"/>
            </a:endParaRPr>
          </a:p>
        </p:txBody>
      </p:sp>
      <p:sp>
        <p:nvSpPr>
          <p:cNvPr id="4" name="ZoneTexte 3">
            <a:extLst>
              <a:ext uri="{FF2B5EF4-FFF2-40B4-BE49-F238E27FC236}">
                <a16:creationId xmlns:a16="http://schemas.microsoft.com/office/drawing/2014/main" id="{43EF1283-39ED-2D4E-34C7-D3ADD1B5BD97}"/>
              </a:ext>
            </a:extLst>
          </p:cNvPr>
          <p:cNvSpPr txBox="1"/>
          <p:nvPr/>
        </p:nvSpPr>
        <p:spPr>
          <a:xfrm>
            <a:off x="251520" y="4714884"/>
            <a:ext cx="8748464" cy="707886"/>
          </a:xfrm>
          <a:prstGeom prst="rect">
            <a:avLst/>
          </a:prstGeom>
          <a:noFill/>
        </p:spPr>
        <p:txBody>
          <a:bodyPr wrap="square" rtlCol="0">
            <a:spAutoFit/>
          </a:bodyPr>
          <a:lstStyle/>
          <a:p>
            <a:pPr algn="ctr"/>
            <a:r>
              <a:rPr lang="fr-FR" sz="2000" dirty="0" err="1"/>
              <a:t>Msc</a:t>
            </a:r>
            <a:r>
              <a:rPr lang="fr-FR" sz="2000" dirty="0"/>
              <a:t> 2 Finance Entreprise &amp; Ingénierie Financière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1200" cap="none" spc="0" normalizeH="0" baseline="0" noProof="0" dirty="0">
              <a:ln>
                <a:noFill/>
              </a:ln>
              <a:solidFill>
                <a:prstClr val="white"/>
              </a:solidFill>
              <a:effectLst/>
              <a:uLnTx/>
              <a:uFillTx/>
              <a:latin typeface="Book Antiqua"/>
              <a:ea typeface="+mn-ea"/>
              <a:cs typeface="+mn-cs"/>
            </a:endParaRPr>
          </a:p>
        </p:txBody>
      </p:sp>
      <p:sp>
        <p:nvSpPr>
          <p:cNvPr id="5" name="ZoneTexte 4">
            <a:extLst>
              <a:ext uri="{FF2B5EF4-FFF2-40B4-BE49-F238E27FC236}">
                <a16:creationId xmlns:a16="http://schemas.microsoft.com/office/drawing/2014/main" id="{E6ECA291-6C51-3B75-92C5-A59F827EE90A}"/>
              </a:ext>
            </a:extLst>
          </p:cNvPr>
          <p:cNvSpPr txBox="1"/>
          <p:nvPr/>
        </p:nvSpPr>
        <p:spPr>
          <a:xfrm>
            <a:off x="395536" y="6286520"/>
            <a:ext cx="874846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dirty="0">
                <a:ln>
                  <a:noFill/>
                </a:ln>
                <a:solidFill>
                  <a:prstClr val="white"/>
                </a:solidFill>
                <a:effectLst/>
                <a:uLnTx/>
                <a:uFillTx/>
                <a:latin typeface="Book Antiqua"/>
                <a:ea typeface="+mn-ea"/>
                <a:cs typeface="+mn-cs"/>
              </a:rPr>
              <a:t>Module  réalisé et présenté par Jean-Noël HAUSER, Intervenant Professionnel</a:t>
            </a:r>
          </a:p>
        </p:txBody>
      </p:sp>
      <p:pic>
        <p:nvPicPr>
          <p:cNvPr id="3" name="Image 2">
            <a:extLst>
              <a:ext uri="{FF2B5EF4-FFF2-40B4-BE49-F238E27FC236}">
                <a16:creationId xmlns:a16="http://schemas.microsoft.com/office/drawing/2014/main" id="{5A7BFF20-6F78-B985-86F7-CEE725ABC211}"/>
              </a:ext>
            </a:extLst>
          </p:cNvPr>
          <p:cNvPicPr>
            <a:picLocks noChangeAspect="1"/>
          </p:cNvPicPr>
          <p:nvPr/>
        </p:nvPicPr>
        <p:blipFill>
          <a:blip r:embed="rId3"/>
          <a:stretch>
            <a:fillRect/>
          </a:stretch>
        </p:blipFill>
        <p:spPr>
          <a:xfrm>
            <a:off x="3119437" y="2987509"/>
            <a:ext cx="3036739" cy="846304"/>
          </a:xfrm>
          <a:prstGeom prst="rect">
            <a:avLst/>
          </a:prstGeom>
        </p:spPr>
      </p:pic>
    </p:spTree>
    <p:extLst>
      <p:ext uri="{BB962C8B-B14F-4D97-AF65-F5344CB8AC3E}">
        <p14:creationId xmlns:p14="http://schemas.microsoft.com/office/powerpoint/2010/main" val="2724192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2" y="188640"/>
            <a:ext cx="8219256" cy="936104"/>
          </a:xfrm>
        </p:spPr>
        <p:txBody>
          <a:bodyPr/>
          <a:lstStyle/>
          <a:p>
            <a:r>
              <a:rPr lang="fr-FR" dirty="0"/>
              <a:t>Sommaire</a:t>
            </a:r>
          </a:p>
        </p:txBody>
      </p:sp>
      <p:sp>
        <p:nvSpPr>
          <p:cNvPr id="3" name="Espace réservé du contenu 2"/>
          <p:cNvSpPr>
            <a:spLocks noGrp="1"/>
          </p:cNvSpPr>
          <p:nvPr>
            <p:ph idx="1"/>
          </p:nvPr>
        </p:nvSpPr>
        <p:spPr>
          <a:xfrm>
            <a:off x="251520" y="1268760"/>
            <a:ext cx="8445624" cy="5446388"/>
          </a:xfrm>
        </p:spPr>
        <p:txBody>
          <a:bodyPr>
            <a:normAutofit fontScale="70000" lnSpcReduction="20000"/>
          </a:bodyPr>
          <a:lstStyle/>
          <a:p>
            <a:pPr algn="just"/>
            <a:r>
              <a:rPr lang="fr-FR" sz="4300" dirty="0"/>
              <a:t>Introduction : Les spécificités de la gestion d’une banque</a:t>
            </a:r>
          </a:p>
          <a:p>
            <a:pPr algn="just">
              <a:buNone/>
            </a:pPr>
            <a:endParaRPr lang="fr-FR" sz="4300" dirty="0"/>
          </a:p>
          <a:p>
            <a:pPr algn="just"/>
            <a:r>
              <a:rPr lang="fr-FR" sz="4300" dirty="0"/>
              <a:t>Partie 1 : Le secteur bancaire et la règlementation</a:t>
            </a:r>
          </a:p>
          <a:p>
            <a:pPr algn="just"/>
            <a:endParaRPr lang="fr-FR" sz="4300" dirty="0"/>
          </a:p>
          <a:p>
            <a:pPr algn="just"/>
            <a:r>
              <a:rPr lang="fr-FR" sz="4300" dirty="0"/>
              <a:t>Partie 2 : Le diagnostic financier d’une banque</a:t>
            </a:r>
          </a:p>
          <a:p>
            <a:pPr algn="just"/>
            <a:endParaRPr lang="fr-FR" sz="4300" dirty="0"/>
          </a:p>
          <a:p>
            <a:pPr algn="just"/>
            <a:r>
              <a:rPr lang="fr-FR" sz="4300" dirty="0"/>
              <a:t>Partie 3 : </a:t>
            </a:r>
            <a:r>
              <a:rPr lang="fr-FR" sz="4400" dirty="0"/>
              <a:t>Le risque crédit dans la relation Banque-Entreprise </a:t>
            </a:r>
          </a:p>
          <a:p>
            <a:pPr algn="just">
              <a:buNone/>
            </a:pPr>
            <a:r>
              <a:rPr lang="fr-FR" sz="4400" dirty="0"/>
              <a:t>	</a:t>
            </a:r>
            <a:endParaRPr lang="fr-FR" sz="4300" dirty="0"/>
          </a:p>
          <a:p>
            <a:pPr algn="just"/>
            <a:r>
              <a:rPr lang="fr-FR" sz="4300" dirty="0"/>
              <a:t>Conclusion</a:t>
            </a:r>
          </a:p>
          <a:p>
            <a:pPr algn="just">
              <a:buNone/>
            </a:pPr>
            <a:endParaRPr lang="fr-FR" dirty="0"/>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2</a:t>
            </a:fld>
            <a:endParaRPr lang="fr-F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2" y="188640"/>
            <a:ext cx="8219256" cy="936104"/>
          </a:xfrm>
        </p:spPr>
        <p:txBody>
          <a:bodyPr/>
          <a:lstStyle/>
          <a:p>
            <a:r>
              <a:rPr lang="fr-FR" dirty="0"/>
              <a:t>Objectifs du cours</a:t>
            </a:r>
          </a:p>
        </p:txBody>
      </p:sp>
      <p:sp>
        <p:nvSpPr>
          <p:cNvPr id="3" name="Espace réservé du contenu 2"/>
          <p:cNvSpPr>
            <a:spLocks noGrp="1"/>
          </p:cNvSpPr>
          <p:nvPr>
            <p:ph idx="1"/>
          </p:nvPr>
        </p:nvSpPr>
        <p:spPr>
          <a:xfrm>
            <a:off x="107504" y="1340768"/>
            <a:ext cx="8784976" cy="5184576"/>
          </a:xfrm>
        </p:spPr>
        <p:txBody>
          <a:bodyPr>
            <a:normAutofit/>
          </a:bodyPr>
          <a:lstStyle/>
          <a:p>
            <a:pPr algn="just"/>
            <a:r>
              <a:rPr lang="fr-FR" sz="2400" dirty="0"/>
              <a:t>Identifier, analyser et gérer les risques financiers auxquels une entreprise, une banque ou un investisseur est exposé.</a:t>
            </a:r>
          </a:p>
          <a:p>
            <a:pPr algn="just"/>
            <a:endParaRPr lang="fr-FR" sz="2400" dirty="0"/>
          </a:p>
          <a:p>
            <a:pPr marL="0" indent="0" algn="just">
              <a:buNone/>
            </a:pPr>
            <a:endParaRPr lang="fr-FR" sz="2400" dirty="0"/>
          </a:p>
          <a:p>
            <a:pPr algn="just"/>
            <a:r>
              <a:rPr lang="fr-FR" sz="2400" dirty="0"/>
              <a:t>Connaître les organes de régulation comme Bâle et les organismes de supervision</a:t>
            </a:r>
          </a:p>
          <a:p>
            <a:pPr algn="just"/>
            <a:endParaRPr lang="fr-FR" sz="2400" dirty="0"/>
          </a:p>
          <a:p>
            <a:pPr marL="0" indent="0" algn="just">
              <a:buNone/>
            </a:pPr>
            <a:endParaRPr lang="fr-FR" sz="2400" dirty="0"/>
          </a:p>
          <a:p>
            <a:pPr algn="just"/>
            <a:endParaRPr lang="fr-FR" sz="2400" dirty="0"/>
          </a:p>
          <a:p>
            <a:pPr algn="just"/>
            <a:r>
              <a:rPr lang="fr-FR" sz="2400" dirty="0"/>
              <a:t>Connaitre les modèles de </a:t>
            </a:r>
            <a:r>
              <a:rPr lang="fr-FR" sz="2400" dirty="0" err="1"/>
              <a:t>scoring</a:t>
            </a:r>
            <a:r>
              <a:rPr lang="fr-FR" sz="2400" dirty="0"/>
              <a:t> et de notations de crédit</a:t>
            </a:r>
          </a:p>
          <a:p>
            <a:pPr marL="0" indent="0" algn="just">
              <a:buNone/>
            </a:pPr>
            <a:endParaRPr lang="fr-FR" sz="2400" dirty="0"/>
          </a:p>
          <a:p>
            <a:pPr algn="just">
              <a:buNone/>
            </a:pPr>
            <a:endParaRPr lang="fr-FR" dirty="0"/>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3</a:t>
            </a:fld>
            <a:endParaRPr lang="fr-FR"/>
          </a:p>
        </p:txBody>
      </p:sp>
    </p:spTree>
    <p:extLst>
      <p:ext uri="{BB962C8B-B14F-4D97-AF65-F5344CB8AC3E}">
        <p14:creationId xmlns:p14="http://schemas.microsoft.com/office/powerpoint/2010/main" val="3314325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2" y="188640"/>
            <a:ext cx="8219256" cy="936104"/>
          </a:xfrm>
        </p:spPr>
        <p:txBody>
          <a:bodyPr/>
          <a:lstStyle/>
          <a:p>
            <a:r>
              <a:rPr lang="fr-FR" dirty="0"/>
              <a:t>Evaluation</a:t>
            </a:r>
          </a:p>
        </p:txBody>
      </p:sp>
      <p:sp>
        <p:nvSpPr>
          <p:cNvPr id="3" name="Espace réservé du contenu 2"/>
          <p:cNvSpPr>
            <a:spLocks noGrp="1"/>
          </p:cNvSpPr>
          <p:nvPr>
            <p:ph idx="1"/>
          </p:nvPr>
        </p:nvSpPr>
        <p:spPr>
          <a:xfrm>
            <a:off x="107504" y="1340768"/>
            <a:ext cx="8784976" cy="5184576"/>
          </a:xfrm>
        </p:spPr>
        <p:txBody>
          <a:bodyPr>
            <a:normAutofit/>
          </a:bodyPr>
          <a:lstStyle/>
          <a:p>
            <a:pPr marL="0" indent="0" algn="just">
              <a:buNone/>
            </a:pPr>
            <a:endParaRPr lang="fr-FR" sz="2400" dirty="0"/>
          </a:p>
          <a:p>
            <a:pPr algn="just">
              <a:buNone/>
            </a:pPr>
            <a:endParaRPr lang="fr-FR" dirty="0"/>
          </a:p>
          <a:p>
            <a:pPr algn="just">
              <a:buNone/>
            </a:pPr>
            <a:endParaRPr lang="fr-FR" dirty="0"/>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4</a:t>
            </a:fld>
            <a:endParaRPr lang="fr-FR"/>
          </a:p>
        </p:txBody>
      </p:sp>
    </p:spTree>
    <p:extLst>
      <p:ext uri="{BB962C8B-B14F-4D97-AF65-F5344CB8AC3E}">
        <p14:creationId xmlns:p14="http://schemas.microsoft.com/office/powerpoint/2010/main" val="1977785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32774949-3F9B-E980-651B-ACB10193E2AD}"/>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9AEB7029-8378-EFC2-47EF-4CC3D717AEFE}"/>
              </a:ext>
            </a:extLst>
          </p:cNvPr>
          <p:cNvSpPr>
            <a:spLocks noGrp="1"/>
          </p:cNvSpPr>
          <p:nvPr>
            <p:ph type="title"/>
          </p:nvPr>
        </p:nvSpPr>
        <p:spPr>
          <a:xfrm>
            <a:off x="457200" y="274638"/>
            <a:ext cx="8229600" cy="6178698"/>
          </a:xfrm>
        </p:spPr>
        <p:txBody>
          <a:bodyPr>
            <a:normAutofit/>
          </a:bodyPr>
          <a:lstStyle/>
          <a:p>
            <a:br>
              <a:rPr lang="fr-FR" dirty="0"/>
            </a:br>
            <a:endParaRPr lang="fr-FR" dirty="0"/>
          </a:p>
        </p:txBody>
      </p:sp>
      <p:sp>
        <p:nvSpPr>
          <p:cNvPr id="6" name="Espace réservé du numéro de diapositive 5">
            <a:extLst>
              <a:ext uri="{FF2B5EF4-FFF2-40B4-BE49-F238E27FC236}">
                <a16:creationId xmlns:a16="http://schemas.microsoft.com/office/drawing/2014/main" id="{14F504EF-516A-9440-B1B6-C2DACE240A0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4617B">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fr-FR" sz="1200" b="0" i="0" u="none" strike="noStrike" kern="1200" cap="none" spc="0" normalizeH="0" baseline="0" noProof="0">
              <a:ln>
                <a:noFill/>
              </a:ln>
              <a:solidFill>
                <a:srgbClr val="04617B">
                  <a:shade val="90000"/>
                </a:srgbClr>
              </a:solidFill>
              <a:effectLst/>
              <a:uLnTx/>
              <a:uFillTx/>
              <a:latin typeface="Constantia"/>
              <a:ea typeface="+mn-ea"/>
              <a:cs typeface="+mn-cs"/>
            </a:endParaRPr>
          </a:p>
        </p:txBody>
      </p:sp>
      <p:sp>
        <p:nvSpPr>
          <p:cNvPr id="4" name="ZoneTexte 3">
            <a:extLst>
              <a:ext uri="{FF2B5EF4-FFF2-40B4-BE49-F238E27FC236}">
                <a16:creationId xmlns:a16="http://schemas.microsoft.com/office/drawing/2014/main" id="{C1549CA3-82CA-1D35-029C-534EE687381E}"/>
              </a:ext>
            </a:extLst>
          </p:cNvPr>
          <p:cNvSpPr txBox="1"/>
          <p:nvPr/>
        </p:nvSpPr>
        <p:spPr>
          <a:xfrm>
            <a:off x="251519" y="1366897"/>
            <a:ext cx="864096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200" b="1" i="0" u="none" strike="noStrike" kern="1200" cap="none" spc="0" normalizeH="0" baseline="0" noProof="0" dirty="0">
                <a:ln>
                  <a:noFill/>
                </a:ln>
                <a:solidFill>
                  <a:srgbClr val="0F6FC6">
                    <a:lumMod val="60000"/>
                    <a:lumOff val="40000"/>
                  </a:srgbClr>
                </a:solidFill>
                <a:effectLst/>
                <a:uLnTx/>
                <a:uFillTx/>
                <a:latin typeface="Constantia"/>
                <a:ea typeface="+mn-ea"/>
                <a:cs typeface="+mn-cs"/>
              </a:rPr>
              <a:t>Introduction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200" b="1" i="0" u="none" strike="noStrike" kern="1200" cap="none" spc="0" normalizeH="0" baseline="0" noProof="0" dirty="0">
                <a:ln>
                  <a:noFill/>
                </a:ln>
                <a:solidFill>
                  <a:srgbClr val="0F6FC6">
                    <a:lumMod val="60000"/>
                    <a:lumOff val="40000"/>
                  </a:srgbClr>
                </a:solidFill>
                <a:effectLst/>
                <a:uLnTx/>
                <a:uFillTx/>
                <a:latin typeface="Constantia"/>
                <a:ea typeface="+mn-ea"/>
                <a:cs typeface="+mn-cs"/>
              </a:rPr>
              <a:t>Les spécificités de la gestion d’une banque</a:t>
            </a:r>
          </a:p>
        </p:txBody>
      </p:sp>
      <p:pic>
        <p:nvPicPr>
          <p:cNvPr id="3" name="Image 2">
            <a:extLst>
              <a:ext uri="{FF2B5EF4-FFF2-40B4-BE49-F238E27FC236}">
                <a16:creationId xmlns:a16="http://schemas.microsoft.com/office/drawing/2014/main" id="{6CE5FEBF-4490-B8F8-D96C-F1E1AD40163A}"/>
              </a:ext>
            </a:extLst>
          </p:cNvPr>
          <p:cNvPicPr>
            <a:picLocks noChangeAspect="1"/>
          </p:cNvPicPr>
          <p:nvPr/>
        </p:nvPicPr>
        <p:blipFill>
          <a:blip r:embed="rId3"/>
          <a:stretch>
            <a:fillRect/>
          </a:stretch>
        </p:blipFill>
        <p:spPr>
          <a:xfrm>
            <a:off x="3119437" y="3933056"/>
            <a:ext cx="2905125" cy="809625"/>
          </a:xfrm>
          <a:prstGeom prst="rect">
            <a:avLst/>
          </a:prstGeom>
        </p:spPr>
      </p:pic>
    </p:spTree>
    <p:extLst>
      <p:ext uri="{BB962C8B-B14F-4D97-AF65-F5344CB8AC3E}">
        <p14:creationId xmlns:p14="http://schemas.microsoft.com/office/powerpoint/2010/main" val="1773808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73224" y="872716"/>
            <a:ext cx="8219256" cy="936104"/>
          </a:xfrm>
        </p:spPr>
        <p:txBody>
          <a:bodyPr>
            <a:noAutofit/>
          </a:bodyPr>
          <a:lstStyle/>
          <a:p>
            <a:r>
              <a:rPr lang="fr-FR" sz="2800" dirty="0"/>
              <a:t>Introduction : Les spécificités de la gestion d’une banque</a:t>
            </a:r>
            <a:br>
              <a:rPr lang="fr-FR" sz="3200" dirty="0"/>
            </a:br>
            <a:br>
              <a:rPr lang="fr-FR" sz="3200" b="1" dirty="0">
                <a:solidFill>
                  <a:schemeClr val="accent3"/>
                </a:solidFill>
              </a:rPr>
            </a:br>
            <a:endParaRPr lang="fr-FR" sz="3200" b="1" dirty="0">
              <a:solidFill>
                <a:schemeClr val="accent3"/>
              </a:solidFill>
            </a:endParaRPr>
          </a:p>
        </p:txBody>
      </p:sp>
      <p:sp>
        <p:nvSpPr>
          <p:cNvPr id="3" name="Espace réservé du contenu 2"/>
          <p:cNvSpPr>
            <a:spLocks noGrp="1"/>
          </p:cNvSpPr>
          <p:nvPr>
            <p:ph idx="1"/>
          </p:nvPr>
        </p:nvSpPr>
        <p:spPr>
          <a:xfrm>
            <a:off x="251520" y="1340768"/>
            <a:ext cx="8445624" cy="5184576"/>
          </a:xfrm>
        </p:spPr>
        <p:txBody>
          <a:bodyPr>
            <a:normAutofit/>
          </a:bodyPr>
          <a:lstStyle/>
          <a:p>
            <a:pPr algn="just"/>
            <a:r>
              <a:rPr lang="fr-FR" sz="3200" dirty="0"/>
              <a:t>La gestion d’une banque est-elle à ce point différente de la gestion des entreprises classiques ?</a:t>
            </a:r>
          </a:p>
          <a:p>
            <a:pPr marL="0" indent="0" algn="just">
              <a:buNone/>
            </a:pPr>
            <a:endParaRPr lang="fr-FR" sz="3200" dirty="0"/>
          </a:p>
          <a:p>
            <a:pPr algn="just"/>
            <a:r>
              <a:rPr lang="fr-FR" sz="3200" dirty="0"/>
              <a:t>Pourquoi parler de contrôle de gestion bancaire et non pas simplement de contrôle de gestion ?</a:t>
            </a:r>
          </a:p>
          <a:p>
            <a:pPr algn="just"/>
            <a:endParaRPr lang="fr-FR" sz="3500" dirty="0"/>
          </a:p>
          <a:p>
            <a:pPr algn="just">
              <a:buNone/>
            </a:pPr>
            <a:endParaRPr lang="fr-FR" dirty="0"/>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6</a:t>
            </a:fld>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73224" y="872716"/>
            <a:ext cx="8219256" cy="936104"/>
          </a:xfrm>
        </p:spPr>
        <p:txBody>
          <a:bodyPr>
            <a:noAutofit/>
          </a:bodyPr>
          <a:lstStyle/>
          <a:p>
            <a:r>
              <a:rPr lang="fr-FR" sz="2800" dirty="0"/>
              <a:t>Introduction : Les spécificités de la gestion d’une banque</a:t>
            </a:r>
            <a:br>
              <a:rPr lang="fr-FR" sz="3200" dirty="0"/>
            </a:br>
            <a:br>
              <a:rPr lang="fr-FR" sz="3200" b="1" dirty="0">
                <a:solidFill>
                  <a:schemeClr val="accent3"/>
                </a:solidFill>
              </a:rPr>
            </a:br>
            <a:endParaRPr lang="fr-FR" sz="3200" b="1" dirty="0">
              <a:solidFill>
                <a:schemeClr val="accent3"/>
              </a:solidFill>
            </a:endParaRPr>
          </a:p>
        </p:txBody>
      </p:sp>
      <p:sp>
        <p:nvSpPr>
          <p:cNvPr id="3" name="Espace réservé du contenu 2"/>
          <p:cNvSpPr>
            <a:spLocks noGrp="1"/>
          </p:cNvSpPr>
          <p:nvPr>
            <p:ph idx="1"/>
          </p:nvPr>
        </p:nvSpPr>
        <p:spPr>
          <a:xfrm>
            <a:off x="251520" y="1340768"/>
            <a:ext cx="8445624" cy="5184576"/>
          </a:xfrm>
        </p:spPr>
        <p:txBody>
          <a:bodyPr>
            <a:normAutofit fontScale="77500" lnSpcReduction="20000"/>
          </a:bodyPr>
          <a:lstStyle/>
          <a:p>
            <a:pPr algn="just"/>
            <a:r>
              <a:rPr lang="fr-FR" sz="3200" dirty="0"/>
              <a:t>Les banques appartiennent à un secteur règlementé</a:t>
            </a:r>
          </a:p>
          <a:p>
            <a:pPr marL="0" indent="0" algn="just">
              <a:buNone/>
            </a:pPr>
            <a:endParaRPr lang="fr-FR" sz="3200" dirty="0"/>
          </a:p>
          <a:p>
            <a:pPr algn="just"/>
            <a:r>
              <a:rPr lang="fr-FR" sz="3200" dirty="0"/>
              <a:t>La stabilité des intermédiaires financiers est donc indispensable</a:t>
            </a:r>
          </a:p>
          <a:p>
            <a:pPr marL="0" indent="0" algn="just">
              <a:buNone/>
            </a:pPr>
            <a:endParaRPr lang="fr-FR" sz="3200" dirty="0"/>
          </a:p>
          <a:p>
            <a:pPr algn="just"/>
            <a:r>
              <a:rPr lang="fr-FR" sz="3200" dirty="0"/>
              <a:t>Par rapport à une entreprise classique, la banque n’a pas de cycle de production</a:t>
            </a:r>
          </a:p>
          <a:p>
            <a:pPr marL="0" indent="0" algn="just">
              <a:buNone/>
            </a:pPr>
            <a:endParaRPr lang="fr-FR" sz="3200" dirty="0"/>
          </a:p>
          <a:p>
            <a:pPr algn="just"/>
            <a:r>
              <a:rPr lang="fr-FR" sz="3200" dirty="0"/>
              <a:t>La fonction essentielle d’une banque est la prise de risque</a:t>
            </a:r>
          </a:p>
          <a:p>
            <a:pPr marL="0" indent="0" algn="just">
              <a:buNone/>
            </a:pPr>
            <a:endParaRPr lang="fr-FR" sz="3200" dirty="0"/>
          </a:p>
          <a:p>
            <a:pPr algn="just"/>
            <a:r>
              <a:rPr lang="fr-FR" sz="3200" dirty="0"/>
              <a:t>Les produits bancaires sont peu sujets à l’obsolescence, ne sont pas protégés par des brevets mais font souvent l’objet d’une règlementation</a:t>
            </a:r>
          </a:p>
          <a:p>
            <a:pPr algn="just"/>
            <a:endParaRPr lang="fr-FR" sz="3500" dirty="0"/>
          </a:p>
          <a:p>
            <a:pPr algn="just">
              <a:buNone/>
            </a:pPr>
            <a:endParaRPr lang="fr-FR" dirty="0"/>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7</a:t>
            </a:fld>
            <a:endParaRPr lang="fr-FR"/>
          </a:p>
        </p:txBody>
      </p:sp>
    </p:spTree>
    <p:extLst>
      <p:ext uri="{BB962C8B-B14F-4D97-AF65-F5344CB8AC3E}">
        <p14:creationId xmlns:p14="http://schemas.microsoft.com/office/powerpoint/2010/main" val="3602349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a:extLst>
            <a:ext uri="{FF2B5EF4-FFF2-40B4-BE49-F238E27FC236}">
              <a16:creationId xmlns:a16="http://schemas.microsoft.com/office/drawing/2014/main" id="{4BD52A08-A35C-CD0C-26E4-280725D03435}"/>
            </a:ext>
          </a:extLst>
        </p:cNvPr>
        <p:cNvGrpSpPr/>
        <p:nvPr/>
      </p:nvGrpSpPr>
      <p:grpSpPr>
        <a:xfrm>
          <a:off x="0" y="0"/>
          <a:ext cx="0" cy="0"/>
          <a:chOff x="0" y="0"/>
          <a:chExt cx="0" cy="0"/>
        </a:xfrm>
      </p:grpSpPr>
      <p:sp>
        <p:nvSpPr>
          <p:cNvPr id="7" name="Titre 6">
            <a:extLst>
              <a:ext uri="{FF2B5EF4-FFF2-40B4-BE49-F238E27FC236}">
                <a16:creationId xmlns:a16="http://schemas.microsoft.com/office/drawing/2014/main" id="{28783BB3-84FA-1EA7-A08C-00569E55F82D}"/>
              </a:ext>
            </a:extLst>
          </p:cNvPr>
          <p:cNvSpPr>
            <a:spLocks noGrp="1"/>
          </p:cNvSpPr>
          <p:nvPr>
            <p:ph type="title"/>
          </p:nvPr>
        </p:nvSpPr>
        <p:spPr>
          <a:xfrm>
            <a:off x="457200" y="274638"/>
            <a:ext cx="8229600" cy="6178698"/>
          </a:xfrm>
        </p:spPr>
        <p:txBody>
          <a:bodyPr>
            <a:normAutofit/>
          </a:bodyPr>
          <a:lstStyle/>
          <a:p>
            <a:br>
              <a:rPr lang="fr-FR" dirty="0"/>
            </a:br>
            <a:endParaRPr lang="fr-FR" dirty="0"/>
          </a:p>
        </p:txBody>
      </p:sp>
      <p:sp>
        <p:nvSpPr>
          <p:cNvPr id="6" name="Espace réservé du numéro de diapositive 5">
            <a:extLst>
              <a:ext uri="{FF2B5EF4-FFF2-40B4-BE49-F238E27FC236}">
                <a16:creationId xmlns:a16="http://schemas.microsoft.com/office/drawing/2014/main" id="{03957892-CF6E-FAFA-9F31-D6831A46458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4617B">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fr-FR" sz="1200" b="0" i="0" u="none" strike="noStrike" kern="1200" cap="none" spc="0" normalizeH="0" baseline="0" noProof="0">
              <a:ln>
                <a:noFill/>
              </a:ln>
              <a:solidFill>
                <a:srgbClr val="04617B">
                  <a:shade val="90000"/>
                </a:srgbClr>
              </a:solidFill>
              <a:effectLst/>
              <a:uLnTx/>
              <a:uFillTx/>
              <a:latin typeface="Constantia"/>
              <a:ea typeface="+mn-ea"/>
              <a:cs typeface="+mn-cs"/>
            </a:endParaRPr>
          </a:p>
        </p:txBody>
      </p:sp>
      <p:sp>
        <p:nvSpPr>
          <p:cNvPr id="4" name="ZoneTexte 3">
            <a:extLst>
              <a:ext uri="{FF2B5EF4-FFF2-40B4-BE49-F238E27FC236}">
                <a16:creationId xmlns:a16="http://schemas.microsoft.com/office/drawing/2014/main" id="{B9B56367-039F-EACC-AB8E-DA4B86F2D9D2}"/>
              </a:ext>
            </a:extLst>
          </p:cNvPr>
          <p:cNvSpPr txBox="1"/>
          <p:nvPr/>
        </p:nvSpPr>
        <p:spPr>
          <a:xfrm>
            <a:off x="251518" y="1130880"/>
            <a:ext cx="8640960" cy="107721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200" b="1" i="0" u="none" strike="noStrike" kern="1200" cap="none" spc="0" normalizeH="0" baseline="0" noProof="0" dirty="0">
                <a:ln>
                  <a:noFill/>
                </a:ln>
                <a:solidFill>
                  <a:srgbClr val="0F6FC6">
                    <a:lumMod val="60000"/>
                    <a:lumOff val="40000"/>
                  </a:srgbClr>
                </a:solidFill>
                <a:effectLst/>
                <a:uLnTx/>
                <a:uFillTx/>
                <a:latin typeface="Constantia"/>
                <a:ea typeface="+mn-ea"/>
                <a:cs typeface="+mn-cs"/>
              </a:rPr>
              <a:t>Partie 1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200" b="1" i="0" u="none" strike="noStrike" kern="1200" cap="none" spc="0" normalizeH="0" baseline="0" noProof="0" dirty="0">
                <a:ln>
                  <a:noFill/>
                </a:ln>
                <a:solidFill>
                  <a:srgbClr val="0F6FC6">
                    <a:lumMod val="60000"/>
                    <a:lumOff val="40000"/>
                  </a:srgbClr>
                </a:solidFill>
                <a:effectLst/>
                <a:uLnTx/>
                <a:uFillTx/>
                <a:latin typeface="Constantia"/>
                <a:ea typeface="+mn-ea"/>
                <a:cs typeface="+mn-cs"/>
              </a:rPr>
              <a:t>Le secteur bancaire et la règlementation</a:t>
            </a:r>
          </a:p>
        </p:txBody>
      </p:sp>
      <p:pic>
        <p:nvPicPr>
          <p:cNvPr id="3" name="Image 2">
            <a:extLst>
              <a:ext uri="{FF2B5EF4-FFF2-40B4-BE49-F238E27FC236}">
                <a16:creationId xmlns:a16="http://schemas.microsoft.com/office/drawing/2014/main" id="{24A0DD74-CD96-8A3A-1E77-9FCD4628EE1E}"/>
              </a:ext>
            </a:extLst>
          </p:cNvPr>
          <p:cNvPicPr>
            <a:picLocks noChangeAspect="1"/>
          </p:cNvPicPr>
          <p:nvPr/>
        </p:nvPicPr>
        <p:blipFill>
          <a:blip r:embed="rId3"/>
          <a:stretch>
            <a:fillRect/>
          </a:stretch>
        </p:blipFill>
        <p:spPr>
          <a:xfrm>
            <a:off x="3119436" y="3207193"/>
            <a:ext cx="2905125" cy="809625"/>
          </a:xfrm>
          <a:prstGeom prst="rect">
            <a:avLst/>
          </a:prstGeom>
        </p:spPr>
      </p:pic>
      <p:sp>
        <p:nvSpPr>
          <p:cNvPr id="5" name="ZoneTexte 4">
            <a:extLst>
              <a:ext uri="{FF2B5EF4-FFF2-40B4-BE49-F238E27FC236}">
                <a16:creationId xmlns:a16="http://schemas.microsoft.com/office/drawing/2014/main" id="{A5C3E680-DA61-A4EF-AC8E-A67D5C4E6644}"/>
              </a:ext>
            </a:extLst>
          </p:cNvPr>
          <p:cNvSpPr txBox="1"/>
          <p:nvPr/>
        </p:nvSpPr>
        <p:spPr>
          <a:xfrm>
            <a:off x="1475656" y="4941168"/>
            <a:ext cx="6552728" cy="1569660"/>
          </a:xfrm>
          <a:prstGeom prst="rect">
            <a:avLst/>
          </a:prstGeom>
          <a:noFill/>
        </p:spPr>
        <p:txBody>
          <a:bodyPr wrap="square">
            <a:spAutoFit/>
          </a:bodyPr>
          <a:lstStyle/>
          <a:p>
            <a:pPr algn="ctr">
              <a:defRPr/>
            </a:pPr>
            <a:r>
              <a:rPr lang="fr-FR" sz="3200" b="1" dirty="0">
                <a:solidFill>
                  <a:srgbClr val="0F6FC6">
                    <a:lumMod val="60000"/>
                    <a:lumOff val="40000"/>
                  </a:srgbClr>
                </a:solidFill>
                <a:latin typeface="Constantia"/>
              </a:rPr>
              <a:t>1,1 Le secteur bancaire français</a:t>
            </a:r>
          </a:p>
          <a:p>
            <a:pPr algn="ctr">
              <a:defRPr/>
            </a:pPr>
            <a:r>
              <a:rPr lang="fr-FR" sz="3200" b="1" dirty="0">
                <a:solidFill>
                  <a:srgbClr val="0F6FC6">
                    <a:lumMod val="60000"/>
                    <a:lumOff val="40000"/>
                  </a:srgbClr>
                </a:solidFill>
                <a:latin typeface="Constantia"/>
              </a:rPr>
              <a:t>1,2 Cartographie des risques</a:t>
            </a:r>
          </a:p>
          <a:p>
            <a:pPr algn="ctr">
              <a:defRPr/>
            </a:pPr>
            <a:r>
              <a:rPr lang="fr-FR" sz="3200" b="1" dirty="0">
                <a:solidFill>
                  <a:srgbClr val="0F6FC6">
                    <a:lumMod val="60000"/>
                    <a:lumOff val="40000"/>
                  </a:srgbClr>
                </a:solidFill>
                <a:latin typeface="Constantia"/>
              </a:rPr>
              <a:t>1,3 Règlementation bancaire</a:t>
            </a:r>
          </a:p>
        </p:txBody>
      </p:sp>
    </p:spTree>
    <p:extLst>
      <p:ext uri="{BB962C8B-B14F-4D97-AF65-F5344CB8AC3E}">
        <p14:creationId xmlns:p14="http://schemas.microsoft.com/office/powerpoint/2010/main" val="2741218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rmAutofit/>
          </a:bodyPr>
          <a:lstStyle/>
          <a:p>
            <a:r>
              <a:rPr lang="fr-FR" sz="2800" dirty="0"/>
              <a:t>Introduction : Banque et risques</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9</a:t>
            </a:fld>
            <a:endParaRPr lang="fr-F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sz="2800" dirty="0"/>
              <a:t>Face à la montée des risques financiers et bancaires, les autorités ont imposé progressivement une règlementation aux établissements de crédit</a:t>
            </a:r>
          </a:p>
          <a:p>
            <a:pPr algn="just">
              <a:buNone/>
            </a:pPr>
            <a:endParaRPr lang="fr-FR" dirty="0"/>
          </a:p>
          <a:p>
            <a:pPr algn="just"/>
            <a:r>
              <a:rPr lang="fr-FR" sz="2800" dirty="0"/>
              <a:t>Nous allons dans cette première partie comprendre les spécificités du secteur bancaire, étudier les risques auxquels les établissements bancaires sont confrontés et étudier la réponse règlementaire permettant de limiter les risques</a:t>
            </a:r>
          </a:p>
          <a:p>
            <a:endParaRPr lang="fr-FR" sz="2800" dirty="0"/>
          </a:p>
          <a:p>
            <a:endParaRPr lang="fr-FR" sz="2800" dirty="0"/>
          </a:p>
          <a:p>
            <a:endParaRPr lang="fr-F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4D4991C9-18F4-4D2B-A030-BA7B1F5F6083}" type="slidenum">
              <a:rPr lang="fr-FR" smtClean="0"/>
              <a:pPr/>
              <a:t>10</a:t>
            </a:fld>
            <a:endParaRPr lang="fr-FR"/>
          </a:p>
        </p:txBody>
      </p:sp>
      <p:sp>
        <p:nvSpPr>
          <p:cNvPr id="4" name="ZoneTexte 3"/>
          <p:cNvSpPr txBox="1"/>
          <p:nvPr/>
        </p:nvSpPr>
        <p:spPr>
          <a:xfrm>
            <a:off x="539552" y="1161899"/>
            <a:ext cx="8496944" cy="1077218"/>
          </a:xfrm>
          <a:prstGeom prst="rect">
            <a:avLst/>
          </a:prstGeom>
          <a:noFill/>
        </p:spPr>
        <p:txBody>
          <a:bodyPr wrap="square" rtlCol="0">
            <a:spAutoFit/>
          </a:bodyPr>
          <a:lstStyle/>
          <a:p>
            <a:pPr algn="ctr"/>
            <a:r>
              <a:rPr lang="fr-FR" sz="3200" b="1" dirty="0">
                <a:solidFill>
                  <a:schemeClr val="tx2">
                    <a:lumMod val="75000"/>
                  </a:schemeClr>
                </a:solidFill>
              </a:rPr>
              <a:t>Partie 1.1 : </a:t>
            </a:r>
          </a:p>
          <a:p>
            <a:pPr algn="ctr"/>
            <a:r>
              <a:rPr lang="fr-FR" sz="3200" b="1" dirty="0">
                <a:solidFill>
                  <a:schemeClr val="tx2">
                    <a:lumMod val="75000"/>
                  </a:schemeClr>
                </a:solidFill>
              </a:rPr>
              <a:t>Le secteur bancaire français</a:t>
            </a:r>
          </a:p>
        </p:txBody>
      </p:sp>
      <p:sp>
        <p:nvSpPr>
          <p:cNvPr id="8" name="Rectangle 7"/>
          <p:cNvSpPr/>
          <p:nvPr/>
        </p:nvSpPr>
        <p:spPr>
          <a:xfrm>
            <a:off x="1214414" y="5357826"/>
            <a:ext cx="6715172" cy="369332"/>
          </a:xfrm>
          <a:prstGeom prst="rect">
            <a:avLst/>
          </a:prstGeom>
        </p:spPr>
        <p:txBody>
          <a:bodyPr wrap="square">
            <a:spAutoFit/>
          </a:bodyPr>
          <a:lstStyle/>
          <a:p>
            <a:pPr algn="ctr"/>
            <a:r>
              <a:rPr lang="fr-FR" b="1" dirty="0">
                <a:solidFill>
                  <a:schemeClr val="tx2">
                    <a:lumMod val="75000"/>
                  </a:schemeClr>
                </a:solidFill>
              </a:rPr>
              <a:t>INSEEC, Finance d’Entreprise et Ingénierie Financière</a:t>
            </a:r>
          </a:p>
        </p:txBody>
      </p:sp>
      <p:pic>
        <p:nvPicPr>
          <p:cNvPr id="7" name="Image 6">
            <a:extLst>
              <a:ext uri="{FF2B5EF4-FFF2-40B4-BE49-F238E27FC236}">
                <a16:creationId xmlns:a16="http://schemas.microsoft.com/office/drawing/2014/main" id="{D5067710-D232-456D-8BBF-0D0C184AA981}"/>
              </a:ext>
            </a:extLst>
          </p:cNvPr>
          <p:cNvPicPr>
            <a:picLocks noChangeAspect="1"/>
          </p:cNvPicPr>
          <p:nvPr/>
        </p:nvPicPr>
        <p:blipFill>
          <a:blip r:embed="rId2"/>
          <a:stretch>
            <a:fillRect/>
          </a:stretch>
        </p:blipFill>
        <p:spPr>
          <a:xfrm>
            <a:off x="3086100" y="3405695"/>
            <a:ext cx="2971800" cy="9620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rmAutofit/>
          </a:bodyPr>
          <a:lstStyle/>
          <a:p>
            <a:r>
              <a:rPr lang="fr-FR" sz="2800" dirty="0"/>
              <a:t>1,1 Le secteur bancaire français</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11</a:t>
            </a:fld>
            <a:endParaRPr lang="fr-F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dirty="0"/>
              <a:t>La banque, intermédiaire financier</a:t>
            </a:r>
          </a:p>
          <a:p>
            <a:pPr marL="393192" lvl="1" indent="0" algn="just">
              <a:buNone/>
            </a:pPr>
            <a:endParaRPr lang="fr-FR" sz="2600" dirty="0"/>
          </a:p>
          <a:p>
            <a:pPr marL="393192" lvl="1" indent="0" algn="just">
              <a:buNone/>
            </a:pPr>
            <a:endParaRPr lang="fr-FR" sz="2600" dirty="0"/>
          </a:p>
          <a:p>
            <a:pPr marL="393192" lvl="1" indent="0" algn="just">
              <a:buNone/>
            </a:pPr>
            <a:endParaRPr lang="fr-FR" sz="2600" dirty="0"/>
          </a:p>
          <a:p>
            <a:pPr algn="just"/>
            <a:r>
              <a:rPr lang="fr-FR" sz="2800" dirty="0"/>
              <a:t>La finance directe </a:t>
            </a:r>
          </a:p>
          <a:p>
            <a:endParaRPr lang="fr-FR" sz="2800" dirty="0"/>
          </a:p>
          <a:p>
            <a:endParaRPr lang="fr-FR" sz="2800" dirty="0"/>
          </a:p>
          <a:p>
            <a:endParaRPr lang="fr-FR" dirty="0"/>
          </a:p>
        </p:txBody>
      </p:sp>
    </p:spTree>
    <p:extLst>
      <p:ext uri="{BB962C8B-B14F-4D97-AF65-F5344CB8AC3E}">
        <p14:creationId xmlns:p14="http://schemas.microsoft.com/office/powerpoint/2010/main" val="1809868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rmAutofit/>
          </a:bodyPr>
          <a:lstStyle/>
          <a:p>
            <a:r>
              <a:rPr lang="fr-FR" sz="2800" dirty="0"/>
              <a:t>1,1 Le secteur bancaire français</a:t>
            </a: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00000">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fr-FR" sz="1200" b="0" i="0" u="none" strike="noStrike" kern="1200" cap="none" spc="0" normalizeH="0" baseline="0" noProof="0">
              <a:ln>
                <a:noFill/>
              </a:ln>
              <a:solidFill>
                <a:srgbClr val="000000">
                  <a:shade val="90000"/>
                </a:srgbClr>
              </a:solidFill>
              <a:effectLst/>
              <a:uLnTx/>
              <a:uFillTx/>
              <a:latin typeface="Constantia"/>
              <a:ea typeface="+mn-ea"/>
              <a:cs typeface="+mn-cs"/>
            </a:endParaRP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sz="2800" dirty="0"/>
              <a:t>La finance indirecte </a:t>
            </a:r>
          </a:p>
          <a:p>
            <a:endParaRPr lang="fr-FR" sz="2800" dirty="0"/>
          </a:p>
          <a:p>
            <a:endParaRPr lang="fr-FR" sz="2800" dirty="0"/>
          </a:p>
          <a:p>
            <a:endParaRPr lang="fr-FR" dirty="0"/>
          </a:p>
        </p:txBody>
      </p:sp>
    </p:spTree>
    <p:extLst>
      <p:ext uri="{BB962C8B-B14F-4D97-AF65-F5344CB8AC3E}">
        <p14:creationId xmlns:p14="http://schemas.microsoft.com/office/powerpoint/2010/main" val="1715949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rmAutofit/>
          </a:bodyPr>
          <a:lstStyle/>
          <a:p>
            <a:r>
              <a:rPr lang="fr-FR" sz="2800" dirty="0"/>
              <a:t>1,1 Le secteur bancaire français</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13</a:t>
            </a:fld>
            <a:endParaRPr lang="fr-F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sz="2800" dirty="0"/>
              <a:t>Pays où la finance directe est très développée</a:t>
            </a:r>
          </a:p>
          <a:p>
            <a:pPr marL="0" indent="0" algn="just">
              <a:buNone/>
            </a:pPr>
            <a:endParaRPr lang="fr-FR" sz="2800" dirty="0"/>
          </a:p>
          <a:p>
            <a:pPr lvl="1" algn="just"/>
            <a:endParaRPr lang="fr-FR" sz="2600" dirty="0"/>
          </a:p>
          <a:p>
            <a:r>
              <a:rPr lang="fr-FR" sz="2800" dirty="0"/>
              <a:t>Pays où la finance indirecte est très développée</a:t>
            </a:r>
          </a:p>
          <a:p>
            <a:endParaRPr lang="fr-FR" sz="2800" dirty="0"/>
          </a:p>
          <a:p>
            <a:endParaRPr lang="fr-FR" sz="2800" dirty="0"/>
          </a:p>
          <a:p>
            <a:endParaRPr lang="fr-FR" dirty="0"/>
          </a:p>
        </p:txBody>
      </p:sp>
    </p:spTree>
    <p:extLst>
      <p:ext uri="{BB962C8B-B14F-4D97-AF65-F5344CB8AC3E}">
        <p14:creationId xmlns:p14="http://schemas.microsoft.com/office/powerpoint/2010/main" val="1964493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rmAutofit/>
          </a:bodyPr>
          <a:lstStyle/>
          <a:p>
            <a:r>
              <a:rPr lang="fr-FR" sz="2800" dirty="0"/>
              <a:t>1,1 Le secteur bancaire français</a:t>
            </a: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00000">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FR" sz="1200" b="0" i="0" u="none" strike="noStrike" kern="1200" cap="none" spc="0" normalizeH="0" baseline="0" noProof="0">
              <a:ln>
                <a:noFill/>
              </a:ln>
              <a:solidFill>
                <a:srgbClr val="000000">
                  <a:shade val="90000"/>
                </a:srgbClr>
              </a:solidFill>
              <a:effectLst/>
              <a:uLnTx/>
              <a:uFillTx/>
              <a:latin typeface="Constantia"/>
              <a:ea typeface="+mn-ea"/>
              <a:cs typeface="+mn-cs"/>
            </a:endParaRP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sz="2800" dirty="0"/>
              <a:t>Le rôle de l’intermédiaire financier</a:t>
            </a:r>
          </a:p>
          <a:p>
            <a:pPr lvl="1" algn="just"/>
            <a:endParaRPr lang="fr-FR" sz="2100" dirty="0"/>
          </a:p>
          <a:p>
            <a:pPr lvl="1" algn="just"/>
            <a:endParaRPr lang="fr-FR" sz="2100" dirty="0"/>
          </a:p>
          <a:p>
            <a:pPr lvl="1" algn="just"/>
            <a:endParaRPr lang="fr-FR" sz="2100" dirty="0"/>
          </a:p>
          <a:p>
            <a:pPr algn="just"/>
            <a:r>
              <a:rPr lang="fr-FR" sz="2800" dirty="0"/>
              <a:t>L’activité bancaire </a:t>
            </a:r>
          </a:p>
          <a:p>
            <a:endParaRPr lang="fr-FR" sz="2800" dirty="0"/>
          </a:p>
          <a:p>
            <a:endParaRPr lang="fr-FR" sz="2800" dirty="0"/>
          </a:p>
          <a:p>
            <a:endParaRPr lang="fr-FR" dirty="0"/>
          </a:p>
        </p:txBody>
      </p:sp>
    </p:spTree>
    <p:extLst>
      <p:ext uri="{BB962C8B-B14F-4D97-AF65-F5344CB8AC3E}">
        <p14:creationId xmlns:p14="http://schemas.microsoft.com/office/powerpoint/2010/main" val="218131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rmAutofit/>
          </a:bodyPr>
          <a:lstStyle/>
          <a:p>
            <a:r>
              <a:rPr lang="fr-FR" sz="2800" dirty="0"/>
              <a:t>1,1 Le secteur bancaire français</a:t>
            </a: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00000">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r-FR" sz="1200" b="0" i="0" u="none" strike="noStrike" kern="1200" cap="none" spc="0" normalizeH="0" baseline="0" noProof="0">
              <a:ln>
                <a:noFill/>
              </a:ln>
              <a:solidFill>
                <a:srgbClr val="000000">
                  <a:shade val="90000"/>
                </a:srgbClr>
              </a:solidFill>
              <a:effectLst/>
              <a:uLnTx/>
              <a:uFillTx/>
              <a:latin typeface="Constantia"/>
              <a:ea typeface="+mn-ea"/>
              <a:cs typeface="+mn-cs"/>
            </a:endParaRP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sz="2800" dirty="0"/>
              <a:t>Le classification des établissements de crédit</a:t>
            </a:r>
          </a:p>
          <a:p>
            <a:pPr marL="393192" lvl="1" indent="0" algn="just">
              <a:buNone/>
            </a:pPr>
            <a:r>
              <a:rPr lang="fr-FR" sz="2200" dirty="0"/>
              <a:t>L’article L511,9 du Code Monétaire et Financier prévoit 4 catégories d’établissement de crédit et chaque établissement doit être agréé</a:t>
            </a:r>
          </a:p>
          <a:p>
            <a:pPr marL="393192" lvl="1" indent="0" algn="just">
              <a:buNone/>
            </a:pPr>
            <a:endParaRPr lang="fr-FR" sz="2200" dirty="0"/>
          </a:p>
          <a:p>
            <a:pPr lvl="1" algn="just"/>
            <a:r>
              <a:rPr lang="fr-FR" sz="2200" dirty="0"/>
              <a:t>Les banques </a:t>
            </a:r>
          </a:p>
          <a:p>
            <a:pPr lvl="1" algn="just"/>
            <a:endParaRPr lang="fr-FR" sz="2200" dirty="0"/>
          </a:p>
          <a:p>
            <a:pPr lvl="1" algn="just"/>
            <a:r>
              <a:rPr lang="fr-FR" sz="2200" dirty="0"/>
              <a:t>Les banques mutualistes ou coopératives : 79 caisses régionales, 3 groupes</a:t>
            </a:r>
          </a:p>
          <a:p>
            <a:pPr lvl="1" algn="just"/>
            <a:endParaRPr lang="fr-FR" sz="2200" dirty="0"/>
          </a:p>
          <a:p>
            <a:pPr lvl="1" algn="just"/>
            <a:r>
              <a:rPr lang="fr-FR" sz="2200" dirty="0"/>
              <a:t>Les caisses de crédit municipal : 20</a:t>
            </a:r>
          </a:p>
          <a:p>
            <a:pPr lvl="1" algn="just"/>
            <a:endParaRPr lang="fr-FR" sz="2200" dirty="0"/>
          </a:p>
          <a:p>
            <a:pPr lvl="1" algn="just"/>
            <a:r>
              <a:rPr lang="fr-FR" sz="2200" dirty="0"/>
              <a:t>Les établissements de crédits spécialisés</a:t>
            </a:r>
          </a:p>
          <a:p>
            <a:pPr lvl="2" algn="just"/>
            <a:endParaRPr lang="fr-FR" sz="1900" dirty="0"/>
          </a:p>
          <a:p>
            <a:pPr lvl="1" algn="just"/>
            <a:endParaRPr lang="fr-FR" sz="2100" dirty="0"/>
          </a:p>
          <a:p>
            <a:endParaRPr lang="fr-FR" sz="2800" dirty="0"/>
          </a:p>
          <a:p>
            <a:endParaRPr lang="fr-FR" sz="2800" dirty="0"/>
          </a:p>
          <a:p>
            <a:endParaRPr lang="fr-FR" dirty="0"/>
          </a:p>
        </p:txBody>
      </p:sp>
    </p:spTree>
    <p:extLst>
      <p:ext uri="{BB962C8B-B14F-4D97-AF65-F5344CB8AC3E}">
        <p14:creationId xmlns:p14="http://schemas.microsoft.com/office/powerpoint/2010/main" val="2598746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rmAutofit/>
          </a:bodyPr>
          <a:lstStyle/>
          <a:p>
            <a:r>
              <a:rPr lang="fr-FR" sz="2800" dirty="0"/>
              <a:t>1,1 Le secteur bancaire français</a:t>
            </a: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00000">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r-FR" sz="1200" b="0" i="0" u="none" strike="noStrike" kern="1200" cap="none" spc="0" normalizeH="0" baseline="0" noProof="0">
              <a:ln>
                <a:noFill/>
              </a:ln>
              <a:solidFill>
                <a:srgbClr val="000000">
                  <a:shade val="90000"/>
                </a:srgbClr>
              </a:solidFill>
              <a:effectLst/>
              <a:uLnTx/>
              <a:uFillTx/>
              <a:latin typeface="Constantia"/>
              <a:ea typeface="+mn-ea"/>
              <a:cs typeface="+mn-cs"/>
            </a:endParaRP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sz="2800" dirty="0"/>
              <a:t>Les métiers de la banque</a:t>
            </a:r>
          </a:p>
          <a:p>
            <a:pPr marL="0" indent="0" algn="just">
              <a:buNone/>
            </a:pPr>
            <a:endParaRPr lang="fr-FR" sz="2800" dirty="0"/>
          </a:p>
          <a:p>
            <a:pPr marL="667512" lvl="2" indent="0" algn="just">
              <a:buNone/>
            </a:pPr>
            <a:r>
              <a:rPr lang="fr-FR" sz="1900" dirty="0"/>
              <a:t>Banque de détail : </a:t>
            </a:r>
            <a:r>
              <a:rPr lang="fr-FR" sz="1900" dirty="0" err="1"/>
              <a:t>Retail</a:t>
            </a:r>
            <a:r>
              <a:rPr lang="fr-FR" sz="1900" dirty="0"/>
              <a:t> Banking</a:t>
            </a:r>
          </a:p>
          <a:p>
            <a:pPr marL="667512" lvl="2" indent="0" algn="just">
              <a:buNone/>
            </a:pPr>
            <a:endParaRPr lang="fr-FR" sz="1900" dirty="0"/>
          </a:p>
          <a:p>
            <a:pPr marL="667512" lvl="2" indent="0" algn="just">
              <a:buNone/>
            </a:pPr>
            <a:r>
              <a:rPr lang="fr-FR" sz="1900" dirty="0"/>
              <a:t>Banque de financement et d’investissement : Banque d’affaires ou </a:t>
            </a:r>
            <a:r>
              <a:rPr lang="fr-FR" sz="1900" dirty="0" err="1"/>
              <a:t>Corporate</a:t>
            </a:r>
            <a:r>
              <a:rPr lang="fr-FR" sz="1900" dirty="0"/>
              <a:t> and </a:t>
            </a:r>
            <a:r>
              <a:rPr lang="fr-FR" sz="1900" dirty="0" err="1"/>
              <a:t>investment</a:t>
            </a:r>
            <a:r>
              <a:rPr lang="fr-FR" sz="1900" dirty="0"/>
              <a:t> </a:t>
            </a:r>
            <a:r>
              <a:rPr lang="fr-FR" sz="1900" dirty="0" err="1"/>
              <a:t>banking</a:t>
            </a:r>
            <a:endParaRPr lang="fr-FR" sz="1900" dirty="0"/>
          </a:p>
          <a:p>
            <a:pPr marL="667512" lvl="2" indent="0" algn="just">
              <a:buNone/>
            </a:pPr>
            <a:r>
              <a:rPr lang="fr-FR" sz="1900" dirty="0"/>
              <a:t>	</a:t>
            </a:r>
          </a:p>
          <a:p>
            <a:pPr marL="667512" lvl="2" indent="0" algn="just">
              <a:buNone/>
            </a:pPr>
            <a:r>
              <a:rPr lang="fr-FR" sz="1900" dirty="0"/>
              <a:t>Gestion d’actifs et banque privée : Asset Management</a:t>
            </a:r>
          </a:p>
          <a:p>
            <a:pPr lvl="2" algn="just"/>
            <a:endParaRPr lang="fr-FR" sz="1900" dirty="0"/>
          </a:p>
          <a:p>
            <a:pPr marL="667512" lvl="2" indent="0" algn="just">
              <a:buNone/>
            </a:pPr>
            <a:r>
              <a:rPr lang="fr-FR" sz="1900" dirty="0"/>
              <a:t>Services financiers spécialisés : Crédit Bail, Affacturage, Consommation</a:t>
            </a:r>
          </a:p>
          <a:p>
            <a:pPr lvl="1" algn="just"/>
            <a:endParaRPr lang="fr-FR" sz="2100" dirty="0"/>
          </a:p>
          <a:p>
            <a:endParaRPr lang="fr-FR" sz="2800" dirty="0"/>
          </a:p>
          <a:p>
            <a:endParaRPr lang="fr-FR" sz="2800" dirty="0"/>
          </a:p>
          <a:p>
            <a:endParaRPr lang="fr-FR" dirty="0"/>
          </a:p>
        </p:txBody>
      </p:sp>
    </p:spTree>
    <p:extLst>
      <p:ext uri="{BB962C8B-B14F-4D97-AF65-F5344CB8AC3E}">
        <p14:creationId xmlns:p14="http://schemas.microsoft.com/office/powerpoint/2010/main" val="964173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rmAutofit/>
          </a:bodyPr>
          <a:lstStyle/>
          <a:p>
            <a:r>
              <a:rPr lang="fr-FR" sz="2800" dirty="0"/>
              <a:t>1,1 Le secteur bancaire français</a:t>
            </a: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00000">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fr-FR" sz="1200" b="0" i="0" u="none" strike="noStrike" kern="1200" cap="none" spc="0" normalizeH="0" baseline="0" noProof="0">
              <a:ln>
                <a:noFill/>
              </a:ln>
              <a:solidFill>
                <a:srgbClr val="000000">
                  <a:shade val="90000"/>
                </a:srgbClr>
              </a:solidFill>
              <a:effectLst/>
              <a:uLnTx/>
              <a:uFillTx/>
              <a:latin typeface="Constantia"/>
              <a:ea typeface="+mn-ea"/>
              <a:cs typeface="+mn-cs"/>
            </a:endParaRP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sz="2800" dirty="0"/>
              <a:t>La tutelle du secteur bancaire</a:t>
            </a:r>
          </a:p>
          <a:p>
            <a:pPr marL="0" indent="0" algn="just">
              <a:buNone/>
            </a:pPr>
            <a:endParaRPr lang="fr-FR" sz="2800" dirty="0"/>
          </a:p>
          <a:p>
            <a:pPr algn="just"/>
            <a:r>
              <a:rPr lang="fr-FR" sz="2400" dirty="0"/>
              <a:t>La crise financière de 2007-2008 a montré la nécessité de renforcer la surveillance des établissements bancaires en dépassant le seul cadre national</a:t>
            </a:r>
          </a:p>
          <a:p>
            <a:pPr algn="just">
              <a:buNone/>
            </a:pPr>
            <a:endParaRPr lang="fr-FR" sz="2400" dirty="0"/>
          </a:p>
          <a:p>
            <a:pPr algn="just"/>
            <a:r>
              <a:rPr lang="fr-FR" sz="2400" dirty="0"/>
              <a:t>Création d’un organisme national sous l’égide de la BCE</a:t>
            </a:r>
          </a:p>
          <a:p>
            <a:pPr algn="just"/>
            <a:endParaRPr lang="fr-FR" sz="2400" dirty="0"/>
          </a:p>
          <a:p>
            <a:pPr algn="just"/>
            <a:r>
              <a:rPr lang="fr-FR" sz="2400" dirty="0"/>
              <a:t>Rôle de la BCE</a:t>
            </a:r>
          </a:p>
          <a:p>
            <a:pPr algn="just"/>
            <a:endParaRPr lang="fr-FR" sz="2000" dirty="0"/>
          </a:p>
          <a:p>
            <a:pPr lvl="1" algn="just"/>
            <a:endParaRPr lang="fr-FR" sz="2100" dirty="0"/>
          </a:p>
          <a:p>
            <a:endParaRPr lang="fr-FR" sz="2800" dirty="0"/>
          </a:p>
          <a:p>
            <a:endParaRPr lang="fr-FR" sz="2800" dirty="0"/>
          </a:p>
          <a:p>
            <a:endParaRPr lang="fr-FR" dirty="0"/>
          </a:p>
        </p:txBody>
      </p:sp>
    </p:spTree>
    <p:extLst>
      <p:ext uri="{BB962C8B-B14F-4D97-AF65-F5344CB8AC3E}">
        <p14:creationId xmlns:p14="http://schemas.microsoft.com/office/powerpoint/2010/main" val="2171915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rmAutofit/>
          </a:bodyPr>
          <a:lstStyle/>
          <a:p>
            <a:r>
              <a:rPr lang="fr-FR" sz="2800" dirty="0"/>
              <a:t>1,1 Le secteur bancaire français</a:t>
            </a:r>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00000">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fr-FR" sz="1200" b="0" i="0" u="none" strike="noStrike" kern="1200" cap="none" spc="0" normalizeH="0" baseline="0" noProof="0">
              <a:ln>
                <a:noFill/>
              </a:ln>
              <a:solidFill>
                <a:srgbClr val="000000">
                  <a:shade val="90000"/>
                </a:srgbClr>
              </a:solidFill>
              <a:effectLst/>
              <a:uLnTx/>
              <a:uFillTx/>
              <a:latin typeface="Constantia"/>
              <a:ea typeface="+mn-ea"/>
              <a:cs typeface="+mn-cs"/>
            </a:endParaRP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sz="2800" dirty="0"/>
              <a:t>La tutelle du secteur bancaire : Création d’un organisme national sous l’égide de la BCE</a:t>
            </a:r>
          </a:p>
          <a:p>
            <a:pPr algn="just"/>
            <a:endParaRPr lang="fr-FR" sz="2000" dirty="0"/>
          </a:p>
          <a:p>
            <a:pPr lvl="1" algn="just"/>
            <a:r>
              <a:rPr lang="fr-FR" sz="2000" dirty="0"/>
              <a:t>ACPR : Autorité de Contrôle Prudentiel et de Résolution</a:t>
            </a:r>
          </a:p>
          <a:p>
            <a:pPr lvl="1" algn="just"/>
            <a:endParaRPr lang="fr-FR" sz="2000" dirty="0"/>
          </a:p>
          <a:p>
            <a:pPr lvl="1" algn="just"/>
            <a:endParaRPr lang="fr-FR" sz="2000" dirty="0"/>
          </a:p>
          <a:p>
            <a:pPr lvl="1" algn="just"/>
            <a:r>
              <a:rPr lang="fr-FR" sz="2000" dirty="0"/>
              <a:t>Autorité administrative indépendante, créée le 21 janvier 2010</a:t>
            </a:r>
          </a:p>
          <a:p>
            <a:pPr lvl="1" algn="just"/>
            <a:endParaRPr lang="fr-FR" sz="2000" dirty="0"/>
          </a:p>
          <a:p>
            <a:pPr lvl="1" algn="just"/>
            <a:r>
              <a:rPr lang="fr-FR" sz="2000" dirty="0"/>
              <a:t>L’ACPR (anciennement commission bancaire) doit évaluer le risque global d’une banque qui n’est autre qu’un risque de faillite.</a:t>
            </a:r>
          </a:p>
          <a:p>
            <a:pPr lvl="2" algn="just"/>
            <a:r>
              <a:rPr lang="fr-FR" sz="2000" dirty="0"/>
              <a:t>Nous reviendrons sur le risque bancaire dans le chapitre suivant</a:t>
            </a:r>
          </a:p>
          <a:p>
            <a:pPr lvl="1" algn="just"/>
            <a:endParaRPr lang="fr-FR" sz="2000" dirty="0"/>
          </a:p>
          <a:p>
            <a:pPr algn="just">
              <a:buNone/>
            </a:pPr>
            <a:endParaRPr lang="fr-FR" sz="2000" dirty="0"/>
          </a:p>
          <a:p>
            <a:pPr lvl="1" algn="just"/>
            <a:endParaRPr lang="fr-FR" sz="2100" dirty="0"/>
          </a:p>
          <a:p>
            <a:endParaRPr lang="fr-FR" sz="2800" dirty="0"/>
          </a:p>
          <a:p>
            <a:endParaRPr lang="fr-FR" sz="2800" dirty="0"/>
          </a:p>
          <a:p>
            <a:endParaRPr lang="fr-FR" dirty="0"/>
          </a:p>
        </p:txBody>
      </p:sp>
    </p:spTree>
    <p:extLst>
      <p:ext uri="{BB962C8B-B14F-4D97-AF65-F5344CB8AC3E}">
        <p14:creationId xmlns:p14="http://schemas.microsoft.com/office/powerpoint/2010/main" val="114237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00000">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fr-FR" sz="1200" b="0" i="0" u="none" strike="noStrike" kern="1200" cap="none" spc="0" normalizeH="0" baseline="0" noProof="0">
              <a:ln>
                <a:noFill/>
              </a:ln>
              <a:solidFill>
                <a:srgbClr val="000000">
                  <a:shade val="90000"/>
                </a:srgbClr>
              </a:solidFill>
              <a:effectLst/>
              <a:uLnTx/>
              <a:uFillTx/>
              <a:latin typeface="Constantia"/>
              <a:ea typeface="+mn-ea"/>
              <a:cs typeface="+mn-cs"/>
            </a:endParaRPr>
          </a:p>
        </p:txBody>
      </p:sp>
      <p:sp>
        <p:nvSpPr>
          <p:cNvPr id="4" name="ZoneTexte 3"/>
          <p:cNvSpPr txBox="1"/>
          <p:nvPr/>
        </p:nvSpPr>
        <p:spPr>
          <a:xfrm>
            <a:off x="428596" y="714356"/>
            <a:ext cx="8496944"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200" b="1" i="0" u="none" strike="noStrike" kern="1200" cap="none" spc="0" normalizeH="0" baseline="0" noProof="0" dirty="0">
                <a:ln>
                  <a:noFill/>
                </a:ln>
                <a:solidFill>
                  <a:schemeClr val="tx2">
                    <a:lumMod val="75000"/>
                  </a:schemeClr>
                </a:solidFill>
                <a:effectLst/>
                <a:uLnTx/>
                <a:uFillTx/>
                <a:latin typeface="Constantia"/>
                <a:ea typeface="+mn-ea"/>
                <a:cs typeface="+mn-cs"/>
              </a:rPr>
              <a:t>Partie 1.2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200" b="1" i="0" u="none" strike="noStrike" kern="1200" cap="none" spc="0" normalizeH="0" baseline="0" noProof="0" dirty="0">
                <a:ln>
                  <a:noFill/>
                </a:ln>
                <a:solidFill>
                  <a:schemeClr val="tx2">
                    <a:lumMod val="75000"/>
                  </a:schemeClr>
                </a:solidFill>
                <a:effectLst/>
                <a:uLnTx/>
                <a:uFillTx/>
                <a:latin typeface="Constantia"/>
                <a:ea typeface="+mn-ea"/>
                <a:cs typeface="+mn-cs"/>
              </a:rPr>
              <a:t>Banque et risque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3200" b="1" dirty="0">
                <a:solidFill>
                  <a:schemeClr val="tx2">
                    <a:lumMod val="75000"/>
                  </a:schemeClr>
                </a:solidFill>
                <a:latin typeface="Constantia"/>
              </a:rPr>
              <a:t>Cartographie des risques</a:t>
            </a:r>
            <a:endParaRPr kumimoji="0" lang="fr-FR" sz="3200" b="1" i="0" u="none" strike="noStrike" kern="1200" cap="none" spc="0" normalizeH="0" baseline="0" noProof="0" dirty="0">
              <a:ln>
                <a:noFill/>
              </a:ln>
              <a:solidFill>
                <a:schemeClr val="tx2">
                  <a:lumMod val="75000"/>
                </a:schemeClr>
              </a:solidFill>
              <a:effectLst/>
              <a:uLnTx/>
              <a:uFillTx/>
              <a:latin typeface="Constantia"/>
              <a:ea typeface="+mn-ea"/>
              <a:cs typeface="+mn-cs"/>
            </a:endParaRPr>
          </a:p>
        </p:txBody>
      </p:sp>
      <p:sp>
        <p:nvSpPr>
          <p:cNvPr id="8" name="Rectangle 7"/>
          <p:cNvSpPr/>
          <p:nvPr/>
        </p:nvSpPr>
        <p:spPr>
          <a:xfrm>
            <a:off x="1214414" y="5357826"/>
            <a:ext cx="6715172" cy="369332"/>
          </a:xfrm>
          <a:prstGeom prst="rect">
            <a:avLst/>
          </a:prstGeom>
        </p:spPr>
        <p:txBody>
          <a:bodyPr wrap="square">
            <a:spAutoFit/>
          </a:bodyPr>
          <a:lstStyle/>
          <a:p>
            <a:pPr algn="ctr"/>
            <a:r>
              <a:rPr lang="fr-FR" b="1" dirty="0">
                <a:solidFill>
                  <a:schemeClr val="tx2">
                    <a:lumMod val="75000"/>
                  </a:schemeClr>
                </a:solidFill>
              </a:rPr>
              <a:t>INSEEC, Finance d’Entreprise et Ingénierie Financière</a:t>
            </a:r>
          </a:p>
        </p:txBody>
      </p:sp>
      <p:pic>
        <p:nvPicPr>
          <p:cNvPr id="7" name="Image 6">
            <a:extLst>
              <a:ext uri="{FF2B5EF4-FFF2-40B4-BE49-F238E27FC236}">
                <a16:creationId xmlns:a16="http://schemas.microsoft.com/office/drawing/2014/main" id="{D5067710-D232-456D-8BBF-0D0C184AA981}"/>
              </a:ext>
            </a:extLst>
          </p:cNvPr>
          <p:cNvPicPr>
            <a:picLocks noChangeAspect="1"/>
          </p:cNvPicPr>
          <p:nvPr/>
        </p:nvPicPr>
        <p:blipFill>
          <a:blip r:embed="rId2"/>
          <a:stretch>
            <a:fillRect/>
          </a:stretch>
        </p:blipFill>
        <p:spPr>
          <a:xfrm>
            <a:off x="3086100" y="3405695"/>
            <a:ext cx="2971800" cy="962025"/>
          </a:xfrm>
          <a:prstGeom prst="rect">
            <a:avLst/>
          </a:prstGeom>
        </p:spPr>
      </p:pic>
    </p:spTree>
    <p:extLst>
      <p:ext uri="{BB962C8B-B14F-4D97-AF65-F5344CB8AC3E}">
        <p14:creationId xmlns:p14="http://schemas.microsoft.com/office/powerpoint/2010/main" val="1857732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rmAutofit/>
          </a:bodyPr>
          <a:lstStyle/>
          <a:p>
            <a:r>
              <a:rPr lang="fr-FR" sz="2800" dirty="0"/>
              <a:t>Cartographie des risques</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20</a:t>
            </a:fld>
            <a:endParaRPr lang="fr-F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dirty="0"/>
              <a:t>Le risque global de la banque est composé de </a:t>
            </a:r>
          </a:p>
          <a:p>
            <a:pPr lvl="1" algn="just"/>
            <a:r>
              <a:rPr lang="fr-FR" dirty="0"/>
              <a:t>Risques de management </a:t>
            </a:r>
          </a:p>
          <a:p>
            <a:pPr lvl="1" algn="just"/>
            <a:r>
              <a:rPr lang="fr-FR" b="1" dirty="0"/>
              <a:t>Risques bancaires et financiers</a:t>
            </a:r>
          </a:p>
          <a:p>
            <a:pPr lvl="1" algn="just"/>
            <a:r>
              <a:rPr lang="fr-FR" dirty="0"/>
              <a:t>Risques extérieurs : politique, social…</a:t>
            </a:r>
          </a:p>
          <a:p>
            <a:pPr lvl="1" algn="just"/>
            <a:r>
              <a:rPr lang="fr-FR" b="1" dirty="0"/>
              <a:t>Risques opérationnels</a:t>
            </a:r>
          </a:p>
          <a:p>
            <a:pPr lvl="1" algn="just"/>
            <a:r>
              <a:rPr lang="fr-FR" dirty="0"/>
              <a:t>Risques sur système d’information…</a:t>
            </a:r>
          </a:p>
          <a:p>
            <a:pPr lvl="1" algn="just"/>
            <a:endParaRPr lang="fr-FR" dirty="0"/>
          </a:p>
          <a:p>
            <a:pPr algn="just"/>
            <a:r>
              <a:rPr lang="fr-FR" dirty="0"/>
              <a:t>Nous allons nous concentrer sur les risques bancaires et financiers ainsi que les risques opérationnels</a:t>
            </a:r>
          </a:p>
          <a:p>
            <a:endParaRPr lang="fr-FR" sz="2800" dirty="0"/>
          </a:p>
          <a:p>
            <a:endParaRPr lang="fr-FR" sz="2800" dirty="0"/>
          </a:p>
          <a:p>
            <a:endParaRPr lang="fr-F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rmAutofit/>
          </a:bodyPr>
          <a:lstStyle/>
          <a:p>
            <a:r>
              <a:rPr lang="fr-FR" sz="2800" dirty="0"/>
              <a:t>Cartographie des risques</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21</a:t>
            </a:fld>
            <a:endParaRPr lang="fr-F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dirty="0"/>
              <a:t>Risques bancaires, financiers et opérationnels : </a:t>
            </a:r>
          </a:p>
          <a:p>
            <a:pPr algn="just">
              <a:buNone/>
            </a:pPr>
            <a:endParaRPr lang="fr-FR" dirty="0"/>
          </a:p>
          <a:p>
            <a:pPr lvl="1" algn="just"/>
            <a:r>
              <a:rPr lang="fr-FR" dirty="0"/>
              <a:t>Risque de crédit</a:t>
            </a:r>
          </a:p>
          <a:p>
            <a:pPr lvl="1" algn="just"/>
            <a:r>
              <a:rPr lang="fr-FR" dirty="0"/>
              <a:t>Risque de liquidité</a:t>
            </a:r>
          </a:p>
          <a:p>
            <a:pPr lvl="1" algn="just"/>
            <a:r>
              <a:rPr lang="fr-FR" dirty="0"/>
              <a:t>Risque de taux</a:t>
            </a:r>
          </a:p>
          <a:p>
            <a:pPr lvl="1" algn="just"/>
            <a:r>
              <a:rPr lang="fr-FR" dirty="0"/>
              <a:t>Risque de change</a:t>
            </a:r>
          </a:p>
          <a:p>
            <a:pPr lvl="1" algn="just"/>
            <a:r>
              <a:rPr lang="fr-FR" dirty="0"/>
              <a:t>Risque de marché</a:t>
            </a:r>
          </a:p>
          <a:p>
            <a:pPr lvl="1" algn="just"/>
            <a:r>
              <a:rPr lang="fr-FR" dirty="0"/>
              <a:t>Risque souverain</a:t>
            </a:r>
          </a:p>
          <a:p>
            <a:pPr lvl="1" algn="just"/>
            <a:r>
              <a:rPr lang="fr-FR" dirty="0"/>
              <a:t>Risque opérationnel</a:t>
            </a:r>
          </a:p>
          <a:p>
            <a:pPr lvl="1" algn="just"/>
            <a:r>
              <a:rPr lang="fr-FR" dirty="0"/>
              <a:t>Risque systémique</a:t>
            </a:r>
          </a:p>
          <a:p>
            <a:pPr lvl="1" algn="just"/>
            <a:r>
              <a:rPr lang="fr-FR" dirty="0"/>
              <a:t>Risque d’insolvabilité</a:t>
            </a:r>
          </a:p>
          <a:p>
            <a:pPr lvl="1" algn="just"/>
            <a:endParaRPr lang="fr-FR" dirty="0"/>
          </a:p>
          <a:p>
            <a:endParaRPr lang="fr-FR" sz="2800" dirty="0"/>
          </a:p>
          <a:p>
            <a:endParaRPr lang="fr-FR" sz="2800" dirty="0"/>
          </a:p>
          <a:p>
            <a:endParaRPr lang="fr-F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rmAutofit/>
          </a:bodyPr>
          <a:lstStyle/>
          <a:p>
            <a:r>
              <a:rPr lang="fr-FR" sz="2800" dirty="0"/>
              <a:t>Cartographie des risques : Risque de crédit</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22</a:t>
            </a:fld>
            <a:endParaRPr lang="fr-FR"/>
          </a:p>
        </p:txBody>
      </p:sp>
      <p:sp>
        <p:nvSpPr>
          <p:cNvPr id="5" name="Espace réservé du contenu 4"/>
          <p:cNvSpPr>
            <a:spLocks noGrp="1"/>
          </p:cNvSpPr>
          <p:nvPr>
            <p:ph idx="1"/>
          </p:nvPr>
        </p:nvSpPr>
        <p:spPr>
          <a:xfrm>
            <a:off x="0" y="1412776"/>
            <a:ext cx="9144000" cy="5256584"/>
          </a:xfrm>
        </p:spPr>
        <p:txBody>
          <a:bodyPr>
            <a:normAutofit/>
          </a:bodyPr>
          <a:lstStyle/>
          <a:p>
            <a:pPr algn="just">
              <a:buNone/>
            </a:pPr>
            <a:endParaRPr lang="fr-FR" dirty="0"/>
          </a:p>
          <a:p>
            <a:pPr lvl="1" algn="just"/>
            <a:endParaRPr lang="fr-FR" dirty="0"/>
          </a:p>
          <a:p>
            <a:endParaRPr lang="fr-FR" sz="2800" dirty="0"/>
          </a:p>
          <a:p>
            <a:endParaRPr lang="fr-FR" sz="2800" dirty="0"/>
          </a:p>
          <a:p>
            <a:endParaRPr lang="fr-F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rmAutofit/>
          </a:bodyPr>
          <a:lstStyle/>
          <a:p>
            <a:r>
              <a:rPr lang="fr-FR" sz="2800" dirty="0"/>
              <a:t>Cartographie des risques : Risque de liquidité</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23</a:t>
            </a:fld>
            <a:endParaRPr lang="fr-FR"/>
          </a:p>
        </p:txBody>
      </p:sp>
      <p:sp>
        <p:nvSpPr>
          <p:cNvPr id="5" name="Espace réservé du contenu 4"/>
          <p:cNvSpPr>
            <a:spLocks noGrp="1"/>
          </p:cNvSpPr>
          <p:nvPr>
            <p:ph idx="1"/>
          </p:nvPr>
        </p:nvSpPr>
        <p:spPr>
          <a:xfrm>
            <a:off x="0" y="1412776"/>
            <a:ext cx="9144000" cy="5256584"/>
          </a:xfrm>
        </p:spPr>
        <p:txBody>
          <a:bodyPr>
            <a:normAutofit/>
          </a:bodyPr>
          <a:lstStyle/>
          <a:p>
            <a:pPr algn="just">
              <a:buNone/>
            </a:pPr>
            <a:endParaRPr lang="fr-FR" dirty="0"/>
          </a:p>
          <a:p>
            <a:pPr lvl="1" algn="just"/>
            <a:endParaRPr lang="fr-FR" dirty="0"/>
          </a:p>
          <a:p>
            <a:endParaRPr lang="fr-FR" sz="2800" dirty="0"/>
          </a:p>
          <a:p>
            <a:endParaRPr lang="fr-FR" sz="2800" dirty="0"/>
          </a:p>
          <a:p>
            <a:endParaRPr lang="fr-F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5720" y="142852"/>
            <a:ext cx="8229600" cy="792088"/>
          </a:xfrm>
        </p:spPr>
        <p:txBody>
          <a:bodyPr>
            <a:normAutofit/>
          </a:bodyPr>
          <a:lstStyle/>
          <a:p>
            <a:r>
              <a:rPr lang="fr-FR" sz="2800" dirty="0"/>
              <a:t>Cartographie des risques : Risque de taux</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24</a:t>
            </a:fld>
            <a:endParaRPr lang="fr-FR"/>
          </a:p>
        </p:txBody>
      </p:sp>
      <p:sp>
        <p:nvSpPr>
          <p:cNvPr id="5" name="Espace réservé du contenu 4"/>
          <p:cNvSpPr>
            <a:spLocks noGrp="1"/>
          </p:cNvSpPr>
          <p:nvPr>
            <p:ph idx="1"/>
          </p:nvPr>
        </p:nvSpPr>
        <p:spPr>
          <a:xfrm>
            <a:off x="0" y="1412776"/>
            <a:ext cx="9144000" cy="5256584"/>
          </a:xfrm>
        </p:spPr>
        <p:txBody>
          <a:bodyPr>
            <a:normAutofit/>
          </a:bodyPr>
          <a:lstStyle/>
          <a:p>
            <a:pPr algn="just"/>
            <a:endParaRPr lang="fr-FR" dirty="0"/>
          </a:p>
          <a:p>
            <a:pPr algn="just">
              <a:buNone/>
            </a:pPr>
            <a:endParaRPr lang="fr-FR" dirty="0"/>
          </a:p>
          <a:p>
            <a:pPr lvl="1" algn="just"/>
            <a:endParaRPr lang="fr-FR" dirty="0"/>
          </a:p>
          <a:p>
            <a:endParaRPr lang="fr-FR" sz="2800" dirty="0"/>
          </a:p>
          <a:p>
            <a:endParaRPr lang="fr-FR" sz="2800" dirty="0"/>
          </a:p>
          <a:p>
            <a:endParaRPr lang="fr-F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5720" y="142852"/>
            <a:ext cx="8501122" cy="792088"/>
          </a:xfrm>
        </p:spPr>
        <p:txBody>
          <a:bodyPr>
            <a:normAutofit fontScale="90000"/>
          </a:bodyPr>
          <a:lstStyle/>
          <a:p>
            <a:r>
              <a:rPr lang="fr-FR" sz="2800" dirty="0"/>
              <a:t>Cartographie des risques : Risque de change et risque de marché</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25</a:t>
            </a:fld>
            <a:endParaRPr lang="fr-F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b="1" dirty="0"/>
              <a:t>Le risque de change</a:t>
            </a:r>
          </a:p>
          <a:p>
            <a:pPr algn="just"/>
            <a:endParaRPr lang="fr-FR" b="1" dirty="0"/>
          </a:p>
          <a:p>
            <a:pPr algn="just"/>
            <a:endParaRPr lang="fr-FR" b="1" dirty="0"/>
          </a:p>
          <a:p>
            <a:pPr marL="0" indent="0" algn="just">
              <a:buNone/>
            </a:pPr>
            <a:endParaRPr lang="fr-FR" dirty="0"/>
          </a:p>
          <a:p>
            <a:pPr algn="just"/>
            <a:r>
              <a:rPr lang="fr-FR" b="1" dirty="0"/>
              <a:t>Le risque de marché</a:t>
            </a:r>
            <a:endParaRPr lang="fr-FR" dirty="0"/>
          </a:p>
          <a:p>
            <a:endParaRPr lang="fr-FR" sz="2800" dirty="0"/>
          </a:p>
          <a:p>
            <a:endParaRPr lang="fr-FR" sz="2800" dirty="0"/>
          </a:p>
          <a:p>
            <a:endParaRPr lang="fr-F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5720" y="142852"/>
            <a:ext cx="8501122" cy="792088"/>
          </a:xfrm>
        </p:spPr>
        <p:txBody>
          <a:bodyPr>
            <a:normAutofit/>
          </a:bodyPr>
          <a:lstStyle/>
          <a:p>
            <a:r>
              <a:rPr lang="fr-FR" sz="2800" dirty="0"/>
              <a:t>Cartographie des risques : Risque souverain</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26</a:t>
            </a:fld>
            <a:endParaRPr lang="fr-F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dirty="0"/>
              <a:t>On parle également de risque pays</a:t>
            </a:r>
          </a:p>
          <a:p>
            <a:pPr algn="just"/>
            <a:endParaRPr lang="fr-FR" dirty="0"/>
          </a:p>
          <a:p>
            <a:pPr lvl="1" algn="just">
              <a:buNone/>
            </a:pPr>
            <a:endParaRPr lang="fr-FR" dirty="0"/>
          </a:p>
          <a:p>
            <a:endParaRPr lang="fr-FR" sz="2800" dirty="0"/>
          </a:p>
          <a:p>
            <a:endParaRPr lang="fr-FR" sz="2800" dirty="0"/>
          </a:p>
          <a:p>
            <a:endParaRPr lang="fr-F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5720" y="285728"/>
            <a:ext cx="8501122" cy="792088"/>
          </a:xfrm>
        </p:spPr>
        <p:txBody>
          <a:bodyPr>
            <a:normAutofit fontScale="90000"/>
          </a:bodyPr>
          <a:lstStyle/>
          <a:p>
            <a:r>
              <a:rPr lang="fr-FR" sz="2800" dirty="0"/>
              <a:t>Cartographie des risques : Risques opérationnel et systémique </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27</a:t>
            </a:fld>
            <a:endParaRPr lang="fr-F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b="1" dirty="0"/>
              <a:t>Le risque opérationnel</a:t>
            </a:r>
          </a:p>
          <a:p>
            <a:pPr algn="just"/>
            <a:endParaRPr lang="fr-FR" b="1" dirty="0"/>
          </a:p>
          <a:p>
            <a:pPr algn="just"/>
            <a:endParaRPr lang="fr-FR" b="1" dirty="0"/>
          </a:p>
          <a:p>
            <a:pPr algn="just"/>
            <a:endParaRPr lang="fr-FR" dirty="0"/>
          </a:p>
          <a:p>
            <a:pPr algn="just"/>
            <a:r>
              <a:rPr lang="fr-FR" b="1" dirty="0"/>
              <a:t>Le risque systémique</a:t>
            </a:r>
            <a:endParaRPr lang="fr-FR" dirty="0"/>
          </a:p>
          <a:p>
            <a:endParaRPr lang="fr-FR" sz="2800" dirty="0"/>
          </a:p>
          <a:p>
            <a:endParaRPr lang="fr-FR" sz="2800" dirty="0"/>
          </a:p>
          <a:p>
            <a:endParaRPr lang="fr-F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5720" y="285728"/>
            <a:ext cx="8501122" cy="792088"/>
          </a:xfrm>
        </p:spPr>
        <p:txBody>
          <a:bodyPr>
            <a:normAutofit/>
          </a:bodyPr>
          <a:lstStyle/>
          <a:p>
            <a:r>
              <a:rPr lang="fr-FR" sz="2800" dirty="0"/>
              <a:t>Cartographie des risques : Risque d’insolvabilité</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28</a:t>
            </a:fld>
            <a:endParaRPr lang="fr-F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dirty="0"/>
              <a:t>Le risque global d’insolvabilité est la résultante des risques précédents</a:t>
            </a:r>
          </a:p>
          <a:p>
            <a:pPr algn="just">
              <a:buNone/>
            </a:pPr>
            <a:endParaRPr lang="fr-FR" dirty="0"/>
          </a:p>
          <a:p>
            <a:pPr algn="just"/>
            <a:r>
              <a:rPr lang="fr-FR" dirty="0"/>
              <a:t>Il correspond au risque de faillite des organismes financiers</a:t>
            </a:r>
          </a:p>
          <a:p>
            <a:pPr algn="just">
              <a:buNone/>
            </a:pPr>
            <a:endParaRPr lang="fr-FR" dirty="0"/>
          </a:p>
          <a:p>
            <a:pPr algn="just"/>
            <a:r>
              <a:rPr lang="fr-FR" dirty="0"/>
              <a:t>La solidité des banques dépend de leurs fonds propres</a:t>
            </a:r>
          </a:p>
          <a:p>
            <a:pPr algn="just">
              <a:buNone/>
            </a:pPr>
            <a:endParaRPr lang="fr-FR" dirty="0"/>
          </a:p>
          <a:p>
            <a:pPr algn="just"/>
            <a:r>
              <a:rPr lang="fr-FR" dirty="0"/>
              <a:t>La dernière crise a montré la limite du vieil adage « </a:t>
            </a:r>
            <a:r>
              <a:rPr lang="fr-FR" dirty="0" err="1"/>
              <a:t>Too</a:t>
            </a:r>
            <a:r>
              <a:rPr lang="fr-FR" dirty="0"/>
              <a:t> </a:t>
            </a:r>
            <a:r>
              <a:rPr lang="fr-FR" dirty="0" err="1"/>
              <a:t>big</a:t>
            </a:r>
            <a:r>
              <a:rPr lang="fr-FR" dirty="0"/>
              <a:t> to </a:t>
            </a:r>
            <a:r>
              <a:rPr lang="fr-FR" dirty="0" err="1"/>
              <a:t>fail</a:t>
            </a:r>
            <a:r>
              <a:rPr lang="fr-FR" dirty="0"/>
              <a:t> »</a:t>
            </a:r>
          </a:p>
          <a:p>
            <a:pPr algn="just">
              <a:buNone/>
            </a:pPr>
            <a:endParaRPr lang="fr-FR" dirty="0"/>
          </a:p>
          <a:p>
            <a:pPr algn="just"/>
            <a:r>
              <a:rPr lang="fr-FR" dirty="0"/>
              <a:t>Rôle des agences de notation pour limiter ce risque</a:t>
            </a:r>
          </a:p>
          <a:p>
            <a:pPr lvl="1" algn="just">
              <a:buNone/>
            </a:pPr>
            <a:endParaRPr lang="fr-FR" dirty="0"/>
          </a:p>
          <a:p>
            <a:endParaRPr lang="fr-FR" sz="2800" dirty="0"/>
          </a:p>
          <a:p>
            <a:endParaRPr lang="fr-FR" sz="2800" dirty="0"/>
          </a:p>
          <a:p>
            <a:endParaRPr lang="fr-F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4D4991C9-18F4-4D2B-A030-BA7B1F5F6083}" type="slidenum">
              <a:rPr lang="fr-FR" smtClean="0"/>
              <a:pPr/>
              <a:t>29</a:t>
            </a:fld>
            <a:endParaRPr lang="fr-FR"/>
          </a:p>
        </p:txBody>
      </p:sp>
      <p:sp>
        <p:nvSpPr>
          <p:cNvPr id="4" name="ZoneTexte 3"/>
          <p:cNvSpPr txBox="1"/>
          <p:nvPr/>
        </p:nvSpPr>
        <p:spPr>
          <a:xfrm>
            <a:off x="428596" y="714356"/>
            <a:ext cx="8496944" cy="2062103"/>
          </a:xfrm>
          <a:prstGeom prst="rect">
            <a:avLst/>
          </a:prstGeom>
          <a:noFill/>
        </p:spPr>
        <p:txBody>
          <a:bodyPr wrap="square" rtlCol="0">
            <a:spAutoFit/>
          </a:bodyPr>
          <a:lstStyle/>
          <a:p>
            <a:pPr algn="ctr"/>
            <a:r>
              <a:rPr lang="fr-FR" sz="3200" b="1" dirty="0">
                <a:solidFill>
                  <a:schemeClr val="tx2">
                    <a:lumMod val="75000"/>
                  </a:schemeClr>
                </a:solidFill>
              </a:rPr>
              <a:t>Partie 1.3 : </a:t>
            </a:r>
          </a:p>
          <a:p>
            <a:pPr algn="ctr"/>
            <a:r>
              <a:rPr lang="fr-FR" sz="3200" b="1" dirty="0">
                <a:solidFill>
                  <a:schemeClr val="tx2">
                    <a:lumMod val="75000"/>
                  </a:schemeClr>
                </a:solidFill>
              </a:rPr>
              <a:t>La règlementation bancaire :</a:t>
            </a:r>
          </a:p>
          <a:p>
            <a:pPr algn="ctr"/>
            <a:r>
              <a:rPr lang="fr-FR" sz="3200" b="1" dirty="0">
                <a:solidFill>
                  <a:schemeClr val="tx2">
                    <a:lumMod val="75000"/>
                  </a:schemeClr>
                </a:solidFill>
              </a:rPr>
              <a:t>Incidence des règlementations liées </a:t>
            </a:r>
          </a:p>
          <a:p>
            <a:pPr algn="ctr"/>
            <a:r>
              <a:rPr lang="fr-FR" sz="3200" b="1" dirty="0">
                <a:solidFill>
                  <a:schemeClr val="tx2">
                    <a:lumMod val="75000"/>
                  </a:schemeClr>
                </a:solidFill>
              </a:rPr>
              <a:t>à la sécurité financière</a:t>
            </a:r>
          </a:p>
        </p:txBody>
      </p:sp>
      <p:sp>
        <p:nvSpPr>
          <p:cNvPr id="8" name="Rectangle 7"/>
          <p:cNvSpPr/>
          <p:nvPr/>
        </p:nvSpPr>
        <p:spPr>
          <a:xfrm>
            <a:off x="1214414" y="5795597"/>
            <a:ext cx="6715172" cy="369332"/>
          </a:xfrm>
          <a:prstGeom prst="rect">
            <a:avLst/>
          </a:prstGeom>
        </p:spPr>
        <p:txBody>
          <a:bodyPr wrap="square">
            <a:spAutoFit/>
          </a:bodyPr>
          <a:lstStyle/>
          <a:p>
            <a:pPr algn="ctr"/>
            <a:r>
              <a:rPr lang="fr-FR" b="1" dirty="0">
                <a:solidFill>
                  <a:schemeClr val="tx2">
                    <a:lumMod val="75000"/>
                  </a:schemeClr>
                </a:solidFill>
              </a:rPr>
              <a:t>INSEEC, Finance d’Entreprise et Ingénierie Financière</a:t>
            </a:r>
          </a:p>
        </p:txBody>
      </p:sp>
      <p:pic>
        <p:nvPicPr>
          <p:cNvPr id="7" name="Image 6">
            <a:extLst>
              <a:ext uri="{FF2B5EF4-FFF2-40B4-BE49-F238E27FC236}">
                <a16:creationId xmlns:a16="http://schemas.microsoft.com/office/drawing/2014/main" id="{91AFB3E6-DEDA-4981-9237-E7590D75957E}"/>
              </a:ext>
            </a:extLst>
          </p:cNvPr>
          <p:cNvPicPr>
            <a:picLocks noChangeAspect="1"/>
          </p:cNvPicPr>
          <p:nvPr/>
        </p:nvPicPr>
        <p:blipFill>
          <a:blip r:embed="rId2"/>
          <a:stretch>
            <a:fillRect/>
          </a:stretch>
        </p:blipFill>
        <p:spPr>
          <a:xfrm>
            <a:off x="3191168" y="4241516"/>
            <a:ext cx="2971800" cy="962025"/>
          </a:xfrm>
          <a:prstGeom prst="rect">
            <a:avLst/>
          </a:prstGeom>
        </p:spPr>
      </p:pic>
      <p:sp>
        <p:nvSpPr>
          <p:cNvPr id="2" name="ZoneTexte 1">
            <a:extLst>
              <a:ext uri="{FF2B5EF4-FFF2-40B4-BE49-F238E27FC236}">
                <a16:creationId xmlns:a16="http://schemas.microsoft.com/office/drawing/2014/main" id="{A5EB7A9E-0EA4-4A62-06C9-52818AA0E459}"/>
              </a:ext>
            </a:extLst>
          </p:cNvPr>
          <p:cNvSpPr txBox="1"/>
          <p:nvPr/>
        </p:nvSpPr>
        <p:spPr>
          <a:xfrm>
            <a:off x="1753072" y="3003129"/>
            <a:ext cx="6552728" cy="923330"/>
          </a:xfrm>
          <a:prstGeom prst="rect">
            <a:avLst/>
          </a:prstGeom>
          <a:noFill/>
        </p:spPr>
        <p:txBody>
          <a:bodyPr wrap="square" rtlCol="0">
            <a:spAutoFit/>
          </a:bodyPr>
          <a:lstStyle/>
          <a:p>
            <a:pPr marL="342900" indent="-342900">
              <a:buAutoNum type="alphaUcPeriod"/>
            </a:pPr>
            <a:r>
              <a:rPr lang="fr-FR" b="1" dirty="0">
                <a:solidFill>
                  <a:srgbClr val="002060"/>
                </a:solidFill>
              </a:rPr>
              <a:t>Règlementation de l’activité courante</a:t>
            </a:r>
          </a:p>
          <a:p>
            <a:pPr marL="342900" indent="-342900">
              <a:buAutoNum type="alphaUcPeriod"/>
            </a:pPr>
            <a:r>
              <a:rPr lang="fr-FR" b="1" dirty="0">
                <a:solidFill>
                  <a:srgbClr val="002060"/>
                </a:solidFill>
              </a:rPr>
              <a:t>Règlementation prudentielle : Comité Bâle</a:t>
            </a:r>
          </a:p>
          <a:p>
            <a:pPr marL="342900" indent="-342900">
              <a:buAutoNum type="alphaUcPeriod"/>
            </a:pPr>
            <a:r>
              <a:rPr lang="fr-FR" b="1" dirty="0">
                <a:solidFill>
                  <a:srgbClr val="002060"/>
                </a:solidFill>
              </a:rPr>
              <a:t>Règlementation : La LAB</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260648"/>
            <a:ext cx="8229600" cy="1143000"/>
          </a:xfrm>
        </p:spPr>
        <p:txBody>
          <a:bodyPr>
            <a:noAutofit/>
          </a:bodyPr>
          <a:lstStyle/>
          <a:p>
            <a:r>
              <a:rPr lang="fr-FR" sz="3200" dirty="0"/>
              <a:t>A. Règlementation de l’activité courante</a:t>
            </a:r>
            <a:br>
              <a:rPr lang="fr-FR" sz="3200" dirty="0"/>
            </a:br>
            <a:endParaRPr lang="fr-FR" sz="3200" dirty="0"/>
          </a:p>
        </p:txBody>
      </p:sp>
      <p:sp>
        <p:nvSpPr>
          <p:cNvPr id="3" name="Espace réservé du contenu 2"/>
          <p:cNvSpPr>
            <a:spLocks noGrp="1"/>
          </p:cNvSpPr>
          <p:nvPr>
            <p:ph idx="1"/>
          </p:nvPr>
        </p:nvSpPr>
        <p:spPr>
          <a:xfrm>
            <a:off x="251520" y="1484784"/>
            <a:ext cx="8435280" cy="5256584"/>
          </a:xfrm>
        </p:spPr>
        <p:txBody>
          <a:bodyPr>
            <a:normAutofit/>
          </a:bodyPr>
          <a:lstStyle/>
          <a:p>
            <a:pPr algn="just"/>
            <a:r>
              <a:rPr lang="fr-FR" dirty="0"/>
              <a:t>L’accès à la profession bancaire : l’agrément obligatoire et unique</a:t>
            </a:r>
          </a:p>
          <a:p>
            <a:pPr algn="just"/>
            <a:endParaRPr lang="fr-FR" dirty="0"/>
          </a:p>
          <a:p>
            <a:pPr algn="just">
              <a:buNone/>
            </a:pPr>
            <a:endParaRPr lang="fr-FR" b="1" dirty="0"/>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30</a:t>
            </a:fld>
            <a:endParaRPr lang="fr-FR"/>
          </a:p>
        </p:txBody>
      </p:sp>
    </p:spTree>
    <p:extLst>
      <p:ext uri="{BB962C8B-B14F-4D97-AF65-F5344CB8AC3E}">
        <p14:creationId xmlns:p14="http://schemas.microsoft.com/office/powerpoint/2010/main" val="6896005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260648"/>
            <a:ext cx="8229600" cy="1143000"/>
          </a:xfrm>
        </p:spPr>
        <p:txBody>
          <a:bodyPr>
            <a:noAutofit/>
          </a:bodyPr>
          <a:lstStyle/>
          <a:p>
            <a:r>
              <a:rPr lang="fr-FR" sz="3200" dirty="0"/>
              <a:t>A. Règlementation de l’activité courante</a:t>
            </a:r>
            <a:br>
              <a:rPr lang="fr-FR" sz="3200" dirty="0"/>
            </a:br>
            <a:endParaRPr lang="fr-FR" sz="3200" dirty="0"/>
          </a:p>
        </p:txBody>
      </p:sp>
      <p:sp>
        <p:nvSpPr>
          <p:cNvPr id="3" name="Espace réservé du contenu 2"/>
          <p:cNvSpPr>
            <a:spLocks noGrp="1"/>
          </p:cNvSpPr>
          <p:nvPr>
            <p:ph idx="1"/>
          </p:nvPr>
        </p:nvSpPr>
        <p:spPr>
          <a:xfrm>
            <a:off x="251520" y="1484784"/>
            <a:ext cx="8435280" cy="5256584"/>
          </a:xfrm>
        </p:spPr>
        <p:txBody>
          <a:bodyPr>
            <a:normAutofit/>
          </a:bodyPr>
          <a:lstStyle/>
          <a:p>
            <a:pPr algn="just"/>
            <a:r>
              <a:rPr lang="fr-FR" dirty="0"/>
              <a:t>Les opérations de banque et les relations avec la clientèle</a:t>
            </a:r>
          </a:p>
          <a:p>
            <a:pPr algn="just"/>
            <a:endParaRPr lang="fr-FR" dirty="0"/>
          </a:p>
          <a:p>
            <a:pPr lvl="1" algn="just"/>
            <a:r>
              <a:rPr lang="fr-FR" dirty="0"/>
              <a:t>Le taux d’usure</a:t>
            </a:r>
          </a:p>
          <a:p>
            <a:pPr lvl="1" algn="just"/>
            <a:endParaRPr lang="fr-FR" dirty="0"/>
          </a:p>
          <a:p>
            <a:pPr algn="just">
              <a:buNone/>
            </a:pPr>
            <a:endParaRPr lang="fr-FR" b="1" dirty="0"/>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00000">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fr-FR" sz="1200" b="0" i="0" u="none" strike="noStrike" kern="1200" cap="none" spc="0" normalizeH="0" baseline="0" noProof="0">
              <a:ln>
                <a:noFill/>
              </a:ln>
              <a:solidFill>
                <a:srgbClr val="000000">
                  <a:shade val="90000"/>
                </a:srgbClr>
              </a:solidFill>
              <a:effectLst/>
              <a:uLnTx/>
              <a:uFillTx/>
              <a:latin typeface="Constantia"/>
              <a:ea typeface="+mn-ea"/>
              <a:cs typeface="+mn-cs"/>
            </a:endParaRPr>
          </a:p>
        </p:txBody>
      </p:sp>
    </p:spTree>
    <p:extLst>
      <p:ext uri="{BB962C8B-B14F-4D97-AF65-F5344CB8AC3E}">
        <p14:creationId xmlns:p14="http://schemas.microsoft.com/office/powerpoint/2010/main" val="13492281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260648"/>
            <a:ext cx="8229600" cy="1143000"/>
          </a:xfrm>
        </p:spPr>
        <p:txBody>
          <a:bodyPr>
            <a:noAutofit/>
          </a:bodyPr>
          <a:lstStyle/>
          <a:p>
            <a:r>
              <a:rPr lang="fr-FR" sz="3200" dirty="0"/>
              <a:t>A. Règlementation de l’activité courante</a:t>
            </a:r>
            <a:br>
              <a:rPr lang="fr-FR" sz="3200" dirty="0"/>
            </a:br>
            <a:endParaRPr lang="fr-FR" sz="3200" dirty="0"/>
          </a:p>
        </p:txBody>
      </p:sp>
      <p:sp>
        <p:nvSpPr>
          <p:cNvPr id="3" name="Espace réservé du contenu 2"/>
          <p:cNvSpPr>
            <a:spLocks noGrp="1"/>
          </p:cNvSpPr>
          <p:nvPr>
            <p:ph idx="1"/>
          </p:nvPr>
        </p:nvSpPr>
        <p:spPr>
          <a:xfrm>
            <a:off x="251520" y="1484784"/>
            <a:ext cx="8435280" cy="5256584"/>
          </a:xfrm>
        </p:spPr>
        <p:txBody>
          <a:bodyPr>
            <a:normAutofit/>
          </a:bodyPr>
          <a:lstStyle/>
          <a:p>
            <a:pPr algn="just"/>
            <a:r>
              <a:rPr lang="fr-FR" dirty="0"/>
              <a:t>Les opérations de banque et les relations avec la clientèle</a:t>
            </a:r>
          </a:p>
          <a:p>
            <a:pPr algn="just"/>
            <a:endParaRPr lang="fr-FR" dirty="0"/>
          </a:p>
          <a:p>
            <a:pPr lvl="1" algn="just"/>
            <a:r>
              <a:rPr lang="fr-FR" dirty="0"/>
              <a:t>Les comptes à vue</a:t>
            </a:r>
          </a:p>
          <a:p>
            <a:pPr marL="393192" lvl="1" indent="0" algn="just">
              <a:buNone/>
            </a:pPr>
            <a:endParaRPr lang="fr-FR" dirty="0"/>
          </a:p>
          <a:p>
            <a:pPr lvl="1" algn="just"/>
            <a:r>
              <a:rPr lang="fr-FR" dirty="0"/>
              <a:t>Epargne bancaire</a:t>
            </a:r>
          </a:p>
          <a:p>
            <a:pPr marL="393192" lvl="1" indent="0" algn="just">
              <a:buNone/>
            </a:pPr>
            <a:endParaRPr lang="fr-FR" dirty="0"/>
          </a:p>
          <a:p>
            <a:pPr lvl="1" algn="just"/>
            <a:r>
              <a:rPr lang="fr-FR" dirty="0"/>
              <a:t>Droit au compte</a:t>
            </a:r>
          </a:p>
          <a:p>
            <a:pPr marL="393192" lvl="1" indent="0" algn="just">
              <a:buNone/>
            </a:pPr>
            <a:endParaRPr lang="fr-FR" dirty="0"/>
          </a:p>
          <a:p>
            <a:pPr lvl="1" algn="just"/>
            <a:r>
              <a:rPr lang="fr-FR" dirty="0"/>
              <a:t>Plafonnement des pénalités en cas d’incidents de fonctionnement du compte</a:t>
            </a:r>
          </a:p>
          <a:p>
            <a:pPr lvl="1" algn="just"/>
            <a:endParaRPr lang="fr-FR" dirty="0"/>
          </a:p>
          <a:p>
            <a:pPr algn="just">
              <a:buNone/>
            </a:pPr>
            <a:endParaRPr lang="fr-FR" b="1" dirty="0"/>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00000">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fr-FR" sz="1200" b="0" i="0" u="none" strike="noStrike" kern="1200" cap="none" spc="0" normalizeH="0" baseline="0" noProof="0">
              <a:ln>
                <a:noFill/>
              </a:ln>
              <a:solidFill>
                <a:srgbClr val="000000">
                  <a:shade val="90000"/>
                </a:srgbClr>
              </a:solidFill>
              <a:effectLst/>
              <a:uLnTx/>
              <a:uFillTx/>
              <a:latin typeface="Constantia"/>
              <a:ea typeface="+mn-ea"/>
              <a:cs typeface="+mn-cs"/>
            </a:endParaRPr>
          </a:p>
        </p:txBody>
      </p:sp>
    </p:spTree>
    <p:extLst>
      <p:ext uri="{BB962C8B-B14F-4D97-AF65-F5344CB8AC3E}">
        <p14:creationId xmlns:p14="http://schemas.microsoft.com/office/powerpoint/2010/main" val="38576079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260648"/>
            <a:ext cx="8229600" cy="1143000"/>
          </a:xfrm>
        </p:spPr>
        <p:txBody>
          <a:bodyPr>
            <a:noAutofit/>
          </a:bodyPr>
          <a:lstStyle/>
          <a:p>
            <a:r>
              <a:rPr lang="fr-FR" sz="3200" dirty="0"/>
              <a:t>B. Règlementation Prudentielle, le comité Bâle </a:t>
            </a:r>
            <a:br>
              <a:rPr lang="fr-FR" sz="3200" dirty="0"/>
            </a:br>
            <a:endParaRPr lang="fr-FR" sz="3200" dirty="0"/>
          </a:p>
        </p:txBody>
      </p:sp>
      <p:sp>
        <p:nvSpPr>
          <p:cNvPr id="3" name="Espace réservé du contenu 2"/>
          <p:cNvSpPr>
            <a:spLocks noGrp="1"/>
          </p:cNvSpPr>
          <p:nvPr>
            <p:ph idx="1"/>
          </p:nvPr>
        </p:nvSpPr>
        <p:spPr>
          <a:xfrm>
            <a:off x="251520" y="1484784"/>
            <a:ext cx="8435280" cy="5256584"/>
          </a:xfrm>
        </p:spPr>
        <p:txBody>
          <a:bodyPr>
            <a:normAutofit fontScale="85000" lnSpcReduction="20000"/>
          </a:bodyPr>
          <a:lstStyle/>
          <a:p>
            <a:pPr algn="just">
              <a:buNone/>
            </a:pPr>
            <a:r>
              <a:rPr lang="fr-FR" b="1" dirty="0"/>
              <a:t>Qu'est-ce que le Comité de Bâle ?</a:t>
            </a:r>
          </a:p>
          <a:p>
            <a:pPr algn="just">
              <a:buNone/>
            </a:pPr>
            <a:endParaRPr lang="fr-FR" b="1" dirty="0"/>
          </a:p>
          <a:p>
            <a:pPr algn="just"/>
            <a:r>
              <a:rPr lang="fr-FR" dirty="0"/>
              <a:t>Naissance dans un contexte d’augmentation des risques bancaires en particulier le risque souverain</a:t>
            </a:r>
          </a:p>
          <a:p>
            <a:pPr algn="just">
              <a:buNone/>
            </a:pPr>
            <a:endParaRPr lang="fr-FR" b="1" dirty="0"/>
          </a:p>
          <a:p>
            <a:pPr algn="just">
              <a:buNone/>
            </a:pPr>
            <a:endParaRPr lang="fr-FR" b="1" dirty="0"/>
          </a:p>
          <a:p>
            <a:pPr algn="just"/>
            <a:r>
              <a:rPr lang="fr-FR" dirty="0"/>
              <a:t>Créé en 1974 par les dix principaux pays industrialisés, il est chargé de renforcer la solidité du système financier mondial ainsi que l’efficacité du contrôle prudentiel et la coopération entre régulateurs bancaires</a:t>
            </a:r>
          </a:p>
          <a:p>
            <a:pPr algn="just">
              <a:buNone/>
            </a:pPr>
            <a:endParaRPr lang="fr-FR" dirty="0"/>
          </a:p>
          <a:p>
            <a:pPr algn="just"/>
            <a:r>
              <a:rPr lang="fr-FR" dirty="0"/>
              <a:t>Il rassemble aujourd’hui les superviseurs de 27 pays : l’Argentine, l’Australie, la Belgique, le Brésil, le Canada, la Chine, la France, l’Allemagne, Hong Kong, l’Inde, l’Indonésie, l’Italie, le Japon, la Corée, le Luxembourg, le Mexique, les Pays-Bas, la Russie, l’Arabie Saoudite, Singapour, l’Afrique du Sud, l’Espagne, la Suède, la Suisse, la Turquie, le Royaume-Uni et les États- Unis.</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33</a:t>
            </a:fld>
            <a:endParaRPr lang="fr-F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5720" y="285728"/>
            <a:ext cx="8501122" cy="792088"/>
          </a:xfrm>
        </p:spPr>
        <p:txBody>
          <a:bodyPr>
            <a:normAutofit/>
          </a:bodyPr>
          <a:lstStyle/>
          <a:p>
            <a:r>
              <a:rPr lang="fr-FR" sz="2800" dirty="0"/>
              <a:t>B. Règlementation bancaire, Bâle I</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34</a:t>
            </a:fld>
            <a:endParaRPr lang="fr-FR"/>
          </a:p>
        </p:txBody>
      </p:sp>
      <p:sp>
        <p:nvSpPr>
          <p:cNvPr id="5" name="Espace réservé du contenu 4"/>
          <p:cNvSpPr>
            <a:spLocks noGrp="1"/>
          </p:cNvSpPr>
          <p:nvPr>
            <p:ph idx="1"/>
          </p:nvPr>
        </p:nvSpPr>
        <p:spPr>
          <a:xfrm>
            <a:off x="0" y="1412776"/>
            <a:ext cx="9144000" cy="5256584"/>
          </a:xfrm>
        </p:spPr>
        <p:txBody>
          <a:bodyPr>
            <a:normAutofit/>
          </a:bodyPr>
          <a:lstStyle/>
          <a:p>
            <a:r>
              <a:rPr lang="fr-FR" sz="2800" dirty="0"/>
              <a:t>Le premier comité est présidé par </a:t>
            </a:r>
            <a:r>
              <a:rPr lang="fr-FR" sz="2800" dirty="0" err="1"/>
              <a:t>M.Cooke</a:t>
            </a:r>
            <a:r>
              <a:rPr lang="fr-FR" sz="2800" dirty="0"/>
              <a:t> qui donnera son nom au premier ratio de solvabilité</a:t>
            </a:r>
          </a:p>
          <a:p>
            <a:pPr lvl="1"/>
            <a:r>
              <a:rPr lang="fr-FR" dirty="0"/>
              <a:t>Ratio </a:t>
            </a:r>
            <a:r>
              <a:rPr lang="fr-FR" dirty="0" err="1"/>
              <a:t>cooke</a:t>
            </a:r>
            <a:r>
              <a:rPr lang="fr-FR" dirty="0"/>
              <a:t> ou </a:t>
            </a:r>
            <a:r>
              <a:rPr lang="fr-FR" dirty="0" err="1"/>
              <a:t>bâle</a:t>
            </a:r>
            <a:r>
              <a:rPr lang="fr-FR" dirty="0"/>
              <a:t> I</a:t>
            </a:r>
          </a:p>
          <a:p>
            <a:pPr lvl="1"/>
            <a:endParaRPr lang="fr-FR" dirty="0"/>
          </a:p>
          <a:p>
            <a:r>
              <a:rPr lang="fr-FR" dirty="0"/>
              <a:t>Fonds Propres / Total Encours &gt;= 8%</a:t>
            </a:r>
          </a:p>
          <a:p>
            <a:endParaRPr lang="fr-FR" sz="2800" dirty="0"/>
          </a:p>
          <a:p>
            <a:endParaRPr lang="fr-F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5720" y="285728"/>
            <a:ext cx="8501122" cy="792088"/>
          </a:xfrm>
        </p:spPr>
        <p:txBody>
          <a:bodyPr>
            <a:normAutofit/>
          </a:bodyPr>
          <a:lstStyle/>
          <a:p>
            <a:r>
              <a:rPr lang="fr-FR" sz="2800" dirty="0"/>
              <a:t>B. Règlementation bancaire, Bâle II</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35</a:t>
            </a:fld>
            <a:endParaRPr lang="fr-FR"/>
          </a:p>
        </p:txBody>
      </p:sp>
      <p:sp>
        <p:nvSpPr>
          <p:cNvPr id="5" name="Espace réservé du contenu 4"/>
          <p:cNvSpPr>
            <a:spLocks noGrp="1"/>
          </p:cNvSpPr>
          <p:nvPr>
            <p:ph idx="1"/>
          </p:nvPr>
        </p:nvSpPr>
        <p:spPr>
          <a:xfrm>
            <a:off x="0" y="1412776"/>
            <a:ext cx="9144000" cy="5256584"/>
          </a:xfrm>
        </p:spPr>
        <p:txBody>
          <a:bodyPr>
            <a:normAutofit lnSpcReduction="10000"/>
          </a:bodyPr>
          <a:lstStyle/>
          <a:p>
            <a:r>
              <a:rPr lang="fr-FR" sz="2800" dirty="0"/>
              <a:t>Le 26/06/04 étaient publiées les recommandations dites Bâle II mettant en place le ratio Mac </a:t>
            </a:r>
            <a:r>
              <a:rPr lang="fr-FR" sz="2800" dirty="0" err="1"/>
              <a:t>Donough</a:t>
            </a:r>
            <a:r>
              <a:rPr lang="fr-FR" sz="2800" dirty="0"/>
              <a:t> (en remplacement du ratio Cooke)</a:t>
            </a:r>
            <a:endParaRPr lang="fr-FR" dirty="0"/>
          </a:p>
          <a:p>
            <a:pPr lvl="1"/>
            <a:endParaRPr lang="fr-FR" dirty="0"/>
          </a:p>
          <a:p>
            <a:r>
              <a:rPr lang="fr-FR" dirty="0"/>
              <a:t>Le taux restait à 8% mais devait intégrer le risque de crédit, de marché et les risques opérationnels</a:t>
            </a:r>
          </a:p>
          <a:p>
            <a:endParaRPr lang="fr-FR" dirty="0"/>
          </a:p>
          <a:p>
            <a:r>
              <a:rPr lang="fr-FR" dirty="0"/>
              <a:t>14/06/2006 : Publication de la première directive européenne du comité Bâle qui reprend 3 piliers et qui fut nommée CRD : Capital </a:t>
            </a:r>
            <a:r>
              <a:rPr lang="fr-FR" dirty="0" err="1"/>
              <a:t>Requirement</a:t>
            </a:r>
            <a:r>
              <a:rPr lang="fr-FR" dirty="0"/>
              <a:t> Directive</a:t>
            </a:r>
          </a:p>
          <a:p>
            <a:pPr>
              <a:buNone/>
            </a:pPr>
            <a:endParaRPr lang="fr-FR" dirty="0"/>
          </a:p>
          <a:p>
            <a:r>
              <a:rPr lang="fr-FR" dirty="0"/>
              <a:t>Application de Bâle II à partir de 2008</a:t>
            </a:r>
          </a:p>
          <a:p>
            <a:endParaRPr lang="fr-FR" sz="2800" dirty="0"/>
          </a:p>
          <a:p>
            <a:endParaRPr lang="fr-F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5720" y="0"/>
            <a:ext cx="8501122" cy="792088"/>
          </a:xfrm>
        </p:spPr>
        <p:txBody>
          <a:bodyPr>
            <a:normAutofit/>
          </a:bodyPr>
          <a:lstStyle/>
          <a:p>
            <a:r>
              <a:rPr lang="fr-FR" sz="2800" dirty="0"/>
              <a:t>B. Règlementation bancaire, Bâle II</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36</a:t>
            </a:fld>
            <a:endParaRPr lang="fr-FR"/>
          </a:p>
        </p:txBody>
      </p:sp>
      <p:sp>
        <p:nvSpPr>
          <p:cNvPr id="5" name="Espace réservé du contenu 4"/>
          <p:cNvSpPr>
            <a:spLocks noGrp="1"/>
          </p:cNvSpPr>
          <p:nvPr>
            <p:ph idx="1"/>
          </p:nvPr>
        </p:nvSpPr>
        <p:spPr>
          <a:xfrm>
            <a:off x="0" y="1214422"/>
            <a:ext cx="9144000" cy="5454938"/>
          </a:xfrm>
        </p:spPr>
        <p:txBody>
          <a:bodyPr>
            <a:normAutofit/>
          </a:bodyPr>
          <a:lstStyle/>
          <a:p>
            <a:pPr>
              <a:buNone/>
            </a:pPr>
            <a:r>
              <a:rPr lang="fr-FR" b="1" dirty="0"/>
              <a:t>14/06/2006 : 3 piliers de Bâle II</a:t>
            </a:r>
          </a:p>
          <a:p>
            <a:pPr>
              <a:buNone/>
            </a:pPr>
            <a:endParaRPr lang="fr-FR" dirty="0"/>
          </a:p>
          <a:p>
            <a:r>
              <a:rPr lang="fr-FR" dirty="0"/>
              <a:t>Exigences minimales de fonds propres </a:t>
            </a:r>
          </a:p>
          <a:p>
            <a:pPr marL="0" indent="0">
              <a:buNone/>
            </a:pPr>
            <a:endParaRPr lang="fr-FR" dirty="0"/>
          </a:p>
          <a:p>
            <a:pPr lvl="1"/>
            <a:endParaRPr lang="fr-FR" dirty="0"/>
          </a:p>
          <a:p>
            <a:r>
              <a:rPr lang="fr-FR" dirty="0"/>
              <a:t>Processus de surveillance prudentielle</a:t>
            </a:r>
          </a:p>
          <a:p>
            <a:endParaRPr lang="fr-FR" dirty="0"/>
          </a:p>
          <a:p>
            <a:pPr marL="0" indent="0">
              <a:buNone/>
            </a:pPr>
            <a:endParaRPr lang="fr-FR" dirty="0"/>
          </a:p>
          <a:p>
            <a:r>
              <a:rPr lang="fr-FR" dirty="0"/>
              <a:t>Discipline de marché efficace</a:t>
            </a:r>
            <a:endParaRPr lang="fr-FR" sz="2800" dirty="0"/>
          </a:p>
          <a:p>
            <a:endParaRPr lang="fr-F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5720" y="0"/>
            <a:ext cx="8501122" cy="792088"/>
          </a:xfrm>
        </p:spPr>
        <p:txBody>
          <a:bodyPr>
            <a:normAutofit/>
          </a:bodyPr>
          <a:lstStyle/>
          <a:p>
            <a:r>
              <a:rPr lang="fr-FR" sz="2800" dirty="0"/>
              <a:t>B. Règlementation bancaire, Bâle III</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37</a:t>
            </a:fld>
            <a:endParaRPr lang="fr-FR"/>
          </a:p>
        </p:txBody>
      </p:sp>
      <p:sp>
        <p:nvSpPr>
          <p:cNvPr id="5" name="Espace réservé du contenu 4"/>
          <p:cNvSpPr>
            <a:spLocks noGrp="1"/>
          </p:cNvSpPr>
          <p:nvPr>
            <p:ph idx="1"/>
          </p:nvPr>
        </p:nvSpPr>
        <p:spPr>
          <a:xfrm>
            <a:off x="0" y="928670"/>
            <a:ext cx="9144000" cy="5740690"/>
          </a:xfrm>
        </p:spPr>
        <p:txBody>
          <a:bodyPr>
            <a:normAutofit lnSpcReduction="10000"/>
          </a:bodyPr>
          <a:lstStyle/>
          <a:p>
            <a:pPr>
              <a:buNone/>
            </a:pPr>
            <a:r>
              <a:rPr lang="fr-FR" b="1" dirty="0"/>
              <a:t>Nouveauté : La liquidité</a:t>
            </a:r>
          </a:p>
          <a:p>
            <a:pPr>
              <a:buNone/>
            </a:pPr>
            <a:endParaRPr lang="fr-FR" b="1" dirty="0"/>
          </a:p>
          <a:p>
            <a:pPr>
              <a:buNone/>
            </a:pPr>
            <a:r>
              <a:rPr lang="fr-FR" b="1" dirty="0"/>
              <a:t>Les 3 piliers de Bâle II sont maintenus et renforcés </a:t>
            </a:r>
          </a:p>
          <a:p>
            <a:pPr>
              <a:buNone/>
            </a:pPr>
            <a:endParaRPr lang="fr-FR" dirty="0"/>
          </a:p>
          <a:p>
            <a:r>
              <a:rPr lang="fr-FR" dirty="0"/>
              <a:t>Pilier 1 : Exigences minimales de fonds propres</a:t>
            </a:r>
          </a:p>
          <a:p>
            <a:pPr lvl="1"/>
            <a:endParaRPr lang="fr-FR" dirty="0"/>
          </a:p>
          <a:p>
            <a:pPr lvl="1"/>
            <a:r>
              <a:rPr lang="fr-FR" dirty="0"/>
              <a:t>Pilier 1 : Nouveautés : </a:t>
            </a:r>
          </a:p>
          <a:p>
            <a:pPr lvl="1"/>
            <a:endParaRPr lang="fr-FR" dirty="0"/>
          </a:p>
          <a:p>
            <a:r>
              <a:rPr lang="fr-FR" dirty="0"/>
              <a:t>Pilier 2 : Processus de surveillance prudentielle</a:t>
            </a:r>
          </a:p>
          <a:p>
            <a:endParaRPr lang="fr-FR" dirty="0"/>
          </a:p>
          <a:p>
            <a:pPr lvl="1"/>
            <a:r>
              <a:rPr lang="fr-FR" dirty="0"/>
              <a:t>Pilier 2 : Nouveauté</a:t>
            </a:r>
          </a:p>
          <a:p>
            <a:pPr lvl="1"/>
            <a:endParaRPr lang="fr-FR" dirty="0"/>
          </a:p>
          <a:p>
            <a:r>
              <a:rPr lang="fr-FR" dirty="0"/>
              <a:t>Pilier 3 : Discipline de marché</a:t>
            </a:r>
          </a:p>
          <a:p>
            <a:endParaRPr lang="fr-F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5720" y="0"/>
            <a:ext cx="8501122" cy="792088"/>
          </a:xfrm>
        </p:spPr>
        <p:txBody>
          <a:bodyPr>
            <a:normAutofit/>
          </a:bodyPr>
          <a:lstStyle/>
          <a:p>
            <a:r>
              <a:rPr lang="fr-FR" sz="2800" dirty="0"/>
              <a:t>B. Règlementation bancaire, Bâle III</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38</a:t>
            </a:fld>
            <a:endParaRPr lang="fr-FR"/>
          </a:p>
        </p:txBody>
      </p:sp>
      <p:sp>
        <p:nvSpPr>
          <p:cNvPr id="5" name="Espace réservé du contenu 4"/>
          <p:cNvSpPr>
            <a:spLocks noGrp="1"/>
          </p:cNvSpPr>
          <p:nvPr>
            <p:ph idx="1"/>
          </p:nvPr>
        </p:nvSpPr>
        <p:spPr>
          <a:xfrm>
            <a:off x="0" y="928670"/>
            <a:ext cx="9144000" cy="5740690"/>
          </a:xfrm>
        </p:spPr>
        <p:txBody>
          <a:bodyPr>
            <a:normAutofit/>
          </a:bodyPr>
          <a:lstStyle/>
          <a:p>
            <a:pPr>
              <a:buNone/>
            </a:pPr>
            <a:r>
              <a:rPr lang="fr-FR" b="1" dirty="0"/>
              <a:t>Nouveauté : Prise en compte du risque de liquidité</a:t>
            </a:r>
          </a:p>
          <a:p>
            <a:pPr>
              <a:buNone/>
            </a:pPr>
            <a:endParaRPr lang="fr-FR" dirty="0"/>
          </a:p>
          <a:p>
            <a:pPr lvl="1" algn="just"/>
            <a:r>
              <a:rPr lang="fr-FR" dirty="0"/>
              <a:t>Ratio LCR, </a:t>
            </a:r>
            <a:r>
              <a:rPr lang="fr-FR" dirty="0" err="1"/>
              <a:t>Liquidity</a:t>
            </a:r>
            <a:r>
              <a:rPr lang="fr-FR" dirty="0"/>
              <a:t> </a:t>
            </a:r>
            <a:r>
              <a:rPr lang="fr-FR" dirty="0" err="1"/>
              <a:t>Coverage</a:t>
            </a:r>
            <a:r>
              <a:rPr lang="fr-FR" dirty="0"/>
              <a:t> Ratio</a:t>
            </a:r>
          </a:p>
          <a:p>
            <a:pPr lvl="1" algn="just"/>
            <a:endParaRPr lang="fr-F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5720" y="0"/>
            <a:ext cx="8501122" cy="792088"/>
          </a:xfrm>
        </p:spPr>
        <p:txBody>
          <a:bodyPr>
            <a:normAutofit/>
          </a:bodyPr>
          <a:lstStyle/>
          <a:p>
            <a:r>
              <a:rPr lang="fr-FR" sz="2800" dirty="0"/>
              <a:t>B. Règlementation bancaire, Bâle III</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39</a:t>
            </a:fld>
            <a:endParaRPr lang="fr-FR"/>
          </a:p>
        </p:txBody>
      </p:sp>
      <p:sp>
        <p:nvSpPr>
          <p:cNvPr id="5" name="Espace réservé du contenu 4"/>
          <p:cNvSpPr>
            <a:spLocks noGrp="1"/>
          </p:cNvSpPr>
          <p:nvPr>
            <p:ph idx="1"/>
          </p:nvPr>
        </p:nvSpPr>
        <p:spPr>
          <a:xfrm>
            <a:off x="0" y="928670"/>
            <a:ext cx="9144000" cy="5740690"/>
          </a:xfrm>
        </p:spPr>
        <p:txBody>
          <a:bodyPr>
            <a:normAutofit/>
          </a:bodyPr>
          <a:lstStyle/>
          <a:p>
            <a:pPr>
              <a:buNone/>
            </a:pPr>
            <a:r>
              <a:rPr lang="fr-FR" b="1" dirty="0"/>
              <a:t>Nouveauté : Prise en compte du risque de liquidité</a:t>
            </a:r>
          </a:p>
          <a:p>
            <a:pPr>
              <a:buNone/>
            </a:pPr>
            <a:endParaRPr lang="fr-FR" dirty="0"/>
          </a:p>
          <a:p>
            <a:pPr lvl="1" algn="just"/>
            <a:r>
              <a:rPr lang="fr-FR" dirty="0"/>
              <a:t>Ratio NSFR, Net Stable </a:t>
            </a:r>
            <a:r>
              <a:rPr lang="fr-FR" dirty="0" err="1"/>
              <a:t>Funding</a:t>
            </a:r>
            <a:r>
              <a:rPr lang="fr-FR" dirty="0"/>
              <a:t> Ratio</a:t>
            </a:r>
          </a:p>
          <a:p>
            <a:pPr lvl="1" algn="just"/>
            <a:endParaRPr lang="fr-FR" dirty="0"/>
          </a:p>
        </p:txBody>
      </p:sp>
    </p:spTree>
    <p:extLst>
      <p:ext uri="{BB962C8B-B14F-4D97-AF65-F5344CB8AC3E}">
        <p14:creationId xmlns:p14="http://schemas.microsoft.com/office/powerpoint/2010/main" val="14418797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5720" y="0"/>
            <a:ext cx="8501122" cy="792088"/>
          </a:xfrm>
        </p:spPr>
        <p:txBody>
          <a:bodyPr>
            <a:normAutofit/>
          </a:bodyPr>
          <a:lstStyle/>
          <a:p>
            <a:r>
              <a:rPr lang="fr-FR" sz="2800" dirty="0"/>
              <a:t>Règlementation bancaire, Bâle III</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40</a:t>
            </a:fld>
            <a:endParaRPr lang="fr-FR"/>
          </a:p>
        </p:txBody>
      </p:sp>
      <p:sp>
        <p:nvSpPr>
          <p:cNvPr id="5" name="Espace réservé du contenu 4"/>
          <p:cNvSpPr>
            <a:spLocks noGrp="1"/>
          </p:cNvSpPr>
          <p:nvPr>
            <p:ph idx="1"/>
          </p:nvPr>
        </p:nvSpPr>
        <p:spPr>
          <a:xfrm>
            <a:off x="0" y="928670"/>
            <a:ext cx="9144000" cy="5740690"/>
          </a:xfrm>
        </p:spPr>
        <p:txBody>
          <a:bodyPr>
            <a:normAutofit/>
          </a:bodyPr>
          <a:lstStyle/>
          <a:p>
            <a:pPr>
              <a:buNone/>
            </a:pPr>
            <a:r>
              <a:rPr lang="fr-FR" b="1" dirty="0"/>
              <a:t>Les 3 piliers de Bâle II sont maintenus et renforcés </a:t>
            </a:r>
          </a:p>
          <a:p>
            <a:pPr>
              <a:buNone/>
            </a:pPr>
            <a:endParaRPr lang="fr-FR" dirty="0"/>
          </a:p>
          <a:p>
            <a:r>
              <a:rPr lang="fr-FR" dirty="0"/>
              <a:t>Pilier 1 : Exigences minimales de fonds propres conservées</a:t>
            </a:r>
          </a:p>
          <a:p>
            <a:pPr lvl="1"/>
            <a:r>
              <a:rPr lang="fr-FR" dirty="0"/>
              <a:t>Ratio de solvabilité : Fonds Propres / Total Encours &gt;= 8%</a:t>
            </a:r>
          </a:p>
          <a:p>
            <a:pPr lvl="1"/>
            <a:r>
              <a:rPr lang="fr-FR" dirty="0"/>
              <a:t>Cependant classification des FP</a:t>
            </a:r>
          </a:p>
          <a:p>
            <a:pPr lvl="1"/>
            <a:endParaRPr lang="fr-FR" dirty="0"/>
          </a:p>
          <a:p>
            <a:pPr lvl="1"/>
            <a:endParaRPr lang="fr-FR" dirty="0"/>
          </a:p>
          <a:p>
            <a:r>
              <a:rPr lang="fr-FR" dirty="0"/>
              <a:t>Pilier 1 : Encadrement de l’effet de levier</a:t>
            </a:r>
          </a:p>
          <a:p>
            <a:endParaRPr lang="fr-FR" dirty="0"/>
          </a:p>
        </p:txBody>
      </p:sp>
    </p:spTree>
    <p:extLst>
      <p:ext uri="{BB962C8B-B14F-4D97-AF65-F5344CB8AC3E}">
        <p14:creationId xmlns:p14="http://schemas.microsoft.com/office/powerpoint/2010/main" val="38870863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5720" y="0"/>
            <a:ext cx="8501122" cy="792088"/>
          </a:xfrm>
        </p:spPr>
        <p:txBody>
          <a:bodyPr>
            <a:normAutofit/>
          </a:bodyPr>
          <a:lstStyle/>
          <a:p>
            <a:r>
              <a:rPr lang="fr-FR" sz="2800" dirty="0"/>
              <a:t>B. Règlementation bancaire, Bâle III</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41</a:t>
            </a:fld>
            <a:endParaRPr lang="fr-FR"/>
          </a:p>
        </p:txBody>
      </p:sp>
      <p:sp>
        <p:nvSpPr>
          <p:cNvPr id="5" name="Espace réservé du contenu 4"/>
          <p:cNvSpPr>
            <a:spLocks noGrp="1"/>
          </p:cNvSpPr>
          <p:nvPr>
            <p:ph idx="1"/>
          </p:nvPr>
        </p:nvSpPr>
        <p:spPr>
          <a:xfrm>
            <a:off x="0" y="928670"/>
            <a:ext cx="9144000" cy="5740690"/>
          </a:xfrm>
        </p:spPr>
        <p:txBody>
          <a:bodyPr>
            <a:normAutofit/>
          </a:bodyPr>
          <a:lstStyle/>
          <a:p>
            <a:pPr>
              <a:buNone/>
            </a:pPr>
            <a:r>
              <a:rPr lang="fr-FR" b="1" dirty="0"/>
              <a:t>Nouveauté Pilier 2 : Le stress test ou test de résistance</a:t>
            </a:r>
          </a:p>
          <a:p>
            <a:pPr algn="just">
              <a:buNone/>
            </a:pPr>
            <a:endParaRPr lang="fr-FR" dirty="0"/>
          </a:p>
          <a:p>
            <a:pPr algn="just"/>
            <a:r>
              <a:rPr lang="fr-FR" dirty="0"/>
              <a:t>Définition</a:t>
            </a:r>
          </a:p>
          <a:p>
            <a:pPr algn="just"/>
            <a:endParaRPr lang="fr-FR" dirty="0"/>
          </a:p>
          <a:p>
            <a:pPr algn="just"/>
            <a:r>
              <a:rPr lang="fr-FR" dirty="0"/>
              <a:t>Objectif</a:t>
            </a:r>
          </a:p>
          <a:p>
            <a:pPr algn="just"/>
            <a:endParaRPr lang="fr-FR" dirty="0"/>
          </a:p>
          <a:p>
            <a:pPr algn="just"/>
            <a:r>
              <a:rPr lang="fr-FR" dirty="0"/>
              <a:t>Acteurs impliqués</a:t>
            </a:r>
          </a:p>
          <a:p>
            <a:pPr algn="just"/>
            <a:endParaRPr lang="fr-FR" dirty="0"/>
          </a:p>
          <a:p>
            <a:pPr algn="just"/>
            <a:r>
              <a:rPr lang="fr-FR" dirty="0"/>
              <a:t>Type de stress test</a:t>
            </a:r>
          </a:p>
          <a:p>
            <a:pPr lvl="1" algn="just"/>
            <a:r>
              <a:rPr lang="fr-FR" dirty="0"/>
              <a:t>Top-down</a:t>
            </a:r>
          </a:p>
          <a:p>
            <a:pPr lvl="1" algn="just"/>
            <a:r>
              <a:rPr lang="fr-FR" dirty="0"/>
              <a:t>Bottom-up</a:t>
            </a:r>
          </a:p>
          <a:p>
            <a:endParaRPr lang="fr-FR" dirty="0"/>
          </a:p>
          <a:p>
            <a:endParaRPr lang="fr-F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92E2C-0071-8251-19A9-E507995F152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A74FD0F-B934-B0FA-8639-67304F43D833}"/>
              </a:ext>
            </a:extLst>
          </p:cNvPr>
          <p:cNvSpPr>
            <a:spLocks noGrp="1"/>
          </p:cNvSpPr>
          <p:nvPr>
            <p:ph type="title"/>
          </p:nvPr>
        </p:nvSpPr>
        <p:spPr>
          <a:xfrm>
            <a:off x="285720" y="0"/>
            <a:ext cx="8501122" cy="792088"/>
          </a:xfrm>
        </p:spPr>
        <p:txBody>
          <a:bodyPr>
            <a:normAutofit/>
          </a:bodyPr>
          <a:lstStyle/>
          <a:p>
            <a:r>
              <a:rPr lang="fr-FR" sz="2800" dirty="0"/>
              <a:t>B. Règlementation bancaire, Bâle III</a:t>
            </a:r>
          </a:p>
        </p:txBody>
      </p:sp>
      <p:sp>
        <p:nvSpPr>
          <p:cNvPr id="4" name="Espace réservé du numéro de diapositive 3">
            <a:extLst>
              <a:ext uri="{FF2B5EF4-FFF2-40B4-BE49-F238E27FC236}">
                <a16:creationId xmlns:a16="http://schemas.microsoft.com/office/drawing/2014/main" id="{58E1AD3B-47F9-E1D8-E679-964C87F3BF71}"/>
              </a:ext>
            </a:extLst>
          </p:cNvPr>
          <p:cNvSpPr>
            <a:spLocks noGrp="1"/>
          </p:cNvSpPr>
          <p:nvPr>
            <p:ph type="sldNum" sz="quarter" idx="12"/>
          </p:nvPr>
        </p:nvSpPr>
        <p:spPr/>
        <p:txBody>
          <a:bodyPr/>
          <a:lstStyle/>
          <a:p>
            <a:fld id="{4D4991C9-18F4-4D2B-A030-BA7B1F5F6083}" type="slidenum">
              <a:rPr lang="fr-FR" smtClean="0"/>
              <a:pPr/>
              <a:t>42</a:t>
            </a:fld>
            <a:endParaRPr lang="fr-FR"/>
          </a:p>
        </p:txBody>
      </p:sp>
      <p:sp>
        <p:nvSpPr>
          <p:cNvPr id="5" name="Espace réservé du contenu 4">
            <a:extLst>
              <a:ext uri="{FF2B5EF4-FFF2-40B4-BE49-F238E27FC236}">
                <a16:creationId xmlns:a16="http://schemas.microsoft.com/office/drawing/2014/main" id="{A3EA107C-FC0E-4CB7-E763-39DC10A3F3AB}"/>
              </a:ext>
            </a:extLst>
          </p:cNvPr>
          <p:cNvSpPr>
            <a:spLocks noGrp="1"/>
          </p:cNvSpPr>
          <p:nvPr>
            <p:ph idx="1"/>
          </p:nvPr>
        </p:nvSpPr>
        <p:spPr>
          <a:xfrm>
            <a:off x="0" y="928670"/>
            <a:ext cx="9144000" cy="5740690"/>
          </a:xfrm>
        </p:spPr>
        <p:txBody>
          <a:bodyPr>
            <a:normAutofit/>
          </a:bodyPr>
          <a:lstStyle/>
          <a:p>
            <a:pPr>
              <a:buNone/>
            </a:pPr>
            <a:r>
              <a:rPr lang="fr-FR" b="1" dirty="0"/>
              <a:t>Nouveauté Pilier 2 : Le stress test ou test de résistance</a:t>
            </a:r>
          </a:p>
          <a:p>
            <a:pPr algn="just">
              <a:buNone/>
            </a:pPr>
            <a:endParaRPr lang="fr-FR" dirty="0"/>
          </a:p>
          <a:p>
            <a:pPr algn="just"/>
            <a:r>
              <a:rPr lang="fr-FR" dirty="0"/>
              <a:t>Scénarios de test</a:t>
            </a:r>
          </a:p>
          <a:p>
            <a:pPr algn="just"/>
            <a:endParaRPr lang="fr-FR" dirty="0"/>
          </a:p>
          <a:p>
            <a:pPr algn="just"/>
            <a:endParaRPr lang="fr-FR" dirty="0"/>
          </a:p>
          <a:p>
            <a:pPr algn="just"/>
            <a:endParaRPr lang="fr-FR" dirty="0"/>
          </a:p>
          <a:p>
            <a:pPr algn="just"/>
            <a:r>
              <a:rPr lang="fr-FR" dirty="0"/>
              <a:t>Méthodologie</a:t>
            </a:r>
          </a:p>
          <a:p>
            <a:pPr algn="just"/>
            <a:endParaRPr lang="fr-FR" dirty="0"/>
          </a:p>
          <a:p>
            <a:pPr algn="just"/>
            <a:endParaRPr lang="fr-FR" dirty="0"/>
          </a:p>
          <a:p>
            <a:endParaRPr lang="fr-FR" dirty="0"/>
          </a:p>
          <a:p>
            <a:endParaRPr lang="fr-FR" dirty="0"/>
          </a:p>
        </p:txBody>
      </p:sp>
    </p:spTree>
    <p:extLst>
      <p:ext uri="{BB962C8B-B14F-4D97-AF65-F5344CB8AC3E}">
        <p14:creationId xmlns:p14="http://schemas.microsoft.com/office/powerpoint/2010/main" val="12936111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DED8D-C3B0-EDCC-E5FB-E6B0F960A76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889860B-88C0-E445-591B-3B7DC06F68E8}"/>
              </a:ext>
            </a:extLst>
          </p:cNvPr>
          <p:cNvSpPr>
            <a:spLocks noGrp="1"/>
          </p:cNvSpPr>
          <p:nvPr>
            <p:ph type="title"/>
          </p:nvPr>
        </p:nvSpPr>
        <p:spPr>
          <a:xfrm>
            <a:off x="285720" y="0"/>
            <a:ext cx="8501122" cy="792088"/>
          </a:xfrm>
        </p:spPr>
        <p:txBody>
          <a:bodyPr>
            <a:normAutofit/>
          </a:bodyPr>
          <a:lstStyle/>
          <a:p>
            <a:r>
              <a:rPr lang="fr-FR" sz="2800" dirty="0"/>
              <a:t>B. Règlementation bancaire, Bâle III</a:t>
            </a:r>
          </a:p>
        </p:txBody>
      </p:sp>
      <p:sp>
        <p:nvSpPr>
          <p:cNvPr id="4" name="Espace réservé du numéro de diapositive 3">
            <a:extLst>
              <a:ext uri="{FF2B5EF4-FFF2-40B4-BE49-F238E27FC236}">
                <a16:creationId xmlns:a16="http://schemas.microsoft.com/office/drawing/2014/main" id="{72E91221-44F5-94AC-82D1-32CA0BD56351}"/>
              </a:ext>
            </a:extLst>
          </p:cNvPr>
          <p:cNvSpPr>
            <a:spLocks noGrp="1"/>
          </p:cNvSpPr>
          <p:nvPr>
            <p:ph type="sldNum" sz="quarter" idx="12"/>
          </p:nvPr>
        </p:nvSpPr>
        <p:spPr/>
        <p:txBody>
          <a:bodyPr/>
          <a:lstStyle/>
          <a:p>
            <a:fld id="{4D4991C9-18F4-4D2B-A030-BA7B1F5F6083}" type="slidenum">
              <a:rPr lang="fr-FR" smtClean="0"/>
              <a:pPr/>
              <a:t>43</a:t>
            </a:fld>
            <a:endParaRPr lang="fr-FR"/>
          </a:p>
        </p:txBody>
      </p:sp>
      <p:sp>
        <p:nvSpPr>
          <p:cNvPr id="5" name="Espace réservé du contenu 4">
            <a:extLst>
              <a:ext uri="{FF2B5EF4-FFF2-40B4-BE49-F238E27FC236}">
                <a16:creationId xmlns:a16="http://schemas.microsoft.com/office/drawing/2014/main" id="{CFCC84F8-B77A-45B3-6AE4-0E8EA6AF3E2A}"/>
              </a:ext>
            </a:extLst>
          </p:cNvPr>
          <p:cNvSpPr>
            <a:spLocks noGrp="1"/>
          </p:cNvSpPr>
          <p:nvPr>
            <p:ph idx="1"/>
          </p:nvPr>
        </p:nvSpPr>
        <p:spPr>
          <a:xfrm>
            <a:off x="0" y="928670"/>
            <a:ext cx="9144000" cy="5740690"/>
          </a:xfrm>
        </p:spPr>
        <p:txBody>
          <a:bodyPr>
            <a:normAutofit/>
          </a:bodyPr>
          <a:lstStyle/>
          <a:p>
            <a:pPr>
              <a:buNone/>
            </a:pPr>
            <a:r>
              <a:rPr lang="fr-FR" b="1" dirty="0"/>
              <a:t>Nouveauté Pilier 2 : Le stress test ou test de résistance</a:t>
            </a:r>
          </a:p>
          <a:p>
            <a:pPr algn="just">
              <a:buNone/>
            </a:pPr>
            <a:endParaRPr lang="fr-FR" dirty="0"/>
          </a:p>
          <a:p>
            <a:pPr algn="just"/>
            <a:r>
              <a:rPr lang="fr-FR"/>
              <a:t>Résultats</a:t>
            </a:r>
            <a:endParaRPr lang="fr-FR" dirty="0"/>
          </a:p>
          <a:p>
            <a:endParaRPr lang="fr-FR" dirty="0"/>
          </a:p>
          <a:p>
            <a:endParaRPr lang="fr-FR" dirty="0"/>
          </a:p>
        </p:txBody>
      </p:sp>
    </p:spTree>
    <p:extLst>
      <p:ext uri="{BB962C8B-B14F-4D97-AF65-F5344CB8AC3E}">
        <p14:creationId xmlns:p14="http://schemas.microsoft.com/office/powerpoint/2010/main" val="18853232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5720" y="0"/>
            <a:ext cx="8501122" cy="792088"/>
          </a:xfrm>
        </p:spPr>
        <p:txBody>
          <a:bodyPr>
            <a:normAutofit/>
          </a:bodyPr>
          <a:lstStyle/>
          <a:p>
            <a:r>
              <a:rPr lang="fr-FR" sz="2800" dirty="0"/>
              <a:t>B. Règlementation bancaire, Bâle IV</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44</a:t>
            </a:fld>
            <a:endParaRPr lang="fr-FR"/>
          </a:p>
        </p:txBody>
      </p:sp>
      <p:sp>
        <p:nvSpPr>
          <p:cNvPr id="5" name="Espace réservé du contenu 4"/>
          <p:cNvSpPr>
            <a:spLocks noGrp="1"/>
          </p:cNvSpPr>
          <p:nvPr>
            <p:ph idx="1"/>
          </p:nvPr>
        </p:nvSpPr>
        <p:spPr>
          <a:xfrm>
            <a:off x="0" y="1142984"/>
            <a:ext cx="9144000" cy="5526376"/>
          </a:xfrm>
        </p:spPr>
        <p:txBody>
          <a:bodyPr>
            <a:normAutofit/>
          </a:bodyPr>
          <a:lstStyle/>
          <a:p>
            <a:pPr algn="just">
              <a:buNone/>
            </a:pPr>
            <a:endParaRPr lang="fr-FR" dirty="0"/>
          </a:p>
          <a:p>
            <a:pPr algn="just"/>
            <a:r>
              <a:rPr lang="fr-FR" dirty="0"/>
              <a:t>Mise en œuvre progressive, initialement prévue entre 2019 et 2024 mais le COVID a reporté l’échéance</a:t>
            </a:r>
          </a:p>
          <a:p>
            <a:pPr algn="just"/>
            <a:endParaRPr lang="fr-FR" dirty="0"/>
          </a:p>
          <a:p>
            <a:pPr algn="just"/>
            <a:r>
              <a:rPr lang="fr-FR" dirty="0"/>
              <a:t>Nouvelle échéance </a:t>
            </a:r>
            <a:r>
              <a:rPr lang="fr-FR"/>
              <a:t>à 2027</a:t>
            </a:r>
            <a:endParaRPr lang="fr-FR" dirty="0"/>
          </a:p>
        </p:txBody>
      </p:sp>
    </p:spTree>
    <p:extLst>
      <p:ext uri="{BB962C8B-B14F-4D97-AF65-F5344CB8AC3E}">
        <p14:creationId xmlns:p14="http://schemas.microsoft.com/office/powerpoint/2010/main" val="30199228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200" dirty="0"/>
              <a:t>B. Règlementation bancaire, Bâle et Normes IFRS</a:t>
            </a:r>
            <a:br>
              <a:rPr lang="fr-FR" sz="3200" dirty="0"/>
            </a:br>
            <a:endParaRPr lang="fr-FR" sz="3200" dirty="0"/>
          </a:p>
        </p:txBody>
      </p:sp>
      <p:sp>
        <p:nvSpPr>
          <p:cNvPr id="3" name="Espace réservé du contenu 2"/>
          <p:cNvSpPr>
            <a:spLocks noGrp="1"/>
          </p:cNvSpPr>
          <p:nvPr>
            <p:ph idx="1"/>
          </p:nvPr>
        </p:nvSpPr>
        <p:spPr/>
        <p:txBody>
          <a:bodyPr>
            <a:normAutofit/>
          </a:bodyPr>
          <a:lstStyle/>
          <a:p>
            <a:pPr algn="just"/>
            <a:r>
              <a:rPr lang="fr-FR" dirty="0"/>
              <a:t>Rappel :</a:t>
            </a:r>
          </a:p>
          <a:p>
            <a:pPr lvl="1" algn="just"/>
            <a:r>
              <a:rPr lang="fr-FR" dirty="0"/>
              <a:t>IFRS : International Financial </a:t>
            </a:r>
            <a:r>
              <a:rPr lang="fr-FR" dirty="0" err="1"/>
              <a:t>Reporting</a:t>
            </a:r>
            <a:r>
              <a:rPr lang="fr-FR" dirty="0"/>
              <a:t> Standards</a:t>
            </a:r>
          </a:p>
          <a:p>
            <a:pPr lvl="1" algn="just"/>
            <a:r>
              <a:rPr lang="fr-FR" dirty="0"/>
              <a:t>Corpus de règles comptables internationales</a:t>
            </a:r>
          </a:p>
          <a:p>
            <a:pPr lvl="1" algn="just">
              <a:buNone/>
            </a:pPr>
            <a:endParaRPr lang="fr-FR" dirty="0"/>
          </a:p>
          <a:p>
            <a:pPr algn="just"/>
            <a:r>
              <a:rPr lang="fr-FR" dirty="0"/>
              <a:t>Pour les banques : </a:t>
            </a:r>
          </a:p>
          <a:p>
            <a:pPr lvl="1" algn="just"/>
            <a:r>
              <a:rPr lang="fr-FR" dirty="0"/>
              <a:t>IFRS 9 applicable</a:t>
            </a:r>
          </a:p>
          <a:p>
            <a:pPr lvl="1" algn="just"/>
            <a:r>
              <a:rPr lang="fr-FR" dirty="0"/>
              <a:t>Chaque norme est spécifique à une partie des postes du bilan et du compte de résultat</a:t>
            </a:r>
          </a:p>
          <a:p>
            <a:pPr lvl="1" algn="just"/>
            <a:r>
              <a:rPr lang="fr-FR" dirty="0"/>
              <a:t>Chaque norme traite la comptabilisation et l’évaluation</a:t>
            </a:r>
          </a:p>
          <a:p>
            <a:pPr algn="just">
              <a:buNone/>
            </a:pPr>
            <a:endParaRPr lang="fr-FR" dirty="0"/>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45</a:t>
            </a:fld>
            <a:endParaRPr lang="fr-F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6" y="1340768"/>
            <a:ext cx="8229600" cy="1143000"/>
          </a:xfrm>
        </p:spPr>
        <p:txBody>
          <a:bodyPr>
            <a:noAutofit/>
          </a:bodyPr>
          <a:lstStyle/>
          <a:p>
            <a:br>
              <a:rPr lang="fr-FR" sz="2400" dirty="0"/>
            </a:br>
            <a:br>
              <a:rPr lang="fr-FR" sz="2400" dirty="0"/>
            </a:br>
            <a:r>
              <a:rPr lang="fr-FR" sz="2400" dirty="0"/>
              <a:t>C. Règlementation bancaire</a:t>
            </a:r>
            <a:br>
              <a:rPr lang="fr-FR" sz="2400" dirty="0"/>
            </a:br>
            <a:r>
              <a:rPr lang="fr-FR" sz="2400" dirty="0"/>
              <a:t>La lutte contre le blanchiment des capitaux</a:t>
            </a:r>
            <a:br>
              <a:rPr lang="fr-FR" sz="4000" dirty="0"/>
            </a:br>
            <a:br>
              <a:rPr lang="fr-FR" sz="4000" dirty="0"/>
            </a:br>
            <a:endParaRPr lang="fr-FR" sz="4000" dirty="0"/>
          </a:p>
        </p:txBody>
      </p:sp>
      <p:sp>
        <p:nvSpPr>
          <p:cNvPr id="3" name="Espace réservé du contenu 2"/>
          <p:cNvSpPr>
            <a:spLocks noGrp="1"/>
          </p:cNvSpPr>
          <p:nvPr>
            <p:ph idx="1"/>
          </p:nvPr>
        </p:nvSpPr>
        <p:spPr>
          <a:xfrm>
            <a:off x="251520" y="1484784"/>
            <a:ext cx="8435280" cy="5112568"/>
          </a:xfrm>
        </p:spPr>
        <p:txBody>
          <a:bodyPr>
            <a:noAutofit/>
          </a:bodyPr>
          <a:lstStyle/>
          <a:p>
            <a:pPr algn="just"/>
            <a:r>
              <a:rPr lang="fr-FR" sz="2000" dirty="0"/>
              <a:t>Le blanchiment est l’activité qui consiste à utiliser divers circuits, notamment financiers, afin de dissimuler l’origine criminelle ou délictuelle de capitaux pour les affecter à des investissements d’apparence honorable : placements financiers, investissements industriels, achats d’immeubles…</a:t>
            </a:r>
          </a:p>
          <a:p>
            <a:pPr algn="just">
              <a:buNone/>
            </a:pPr>
            <a:endParaRPr lang="fr-FR" sz="2000" dirty="0"/>
          </a:p>
          <a:p>
            <a:pPr algn="just"/>
            <a:r>
              <a:rPr lang="fr-FR" sz="2000" dirty="0"/>
              <a:t>Du crime au délit…</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46</a:t>
            </a:fld>
            <a:endParaRPr lang="fr-F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692696"/>
            <a:ext cx="8229600" cy="1143000"/>
          </a:xfrm>
        </p:spPr>
        <p:txBody>
          <a:bodyPr>
            <a:noAutofit/>
          </a:bodyPr>
          <a:lstStyle/>
          <a:p>
            <a:r>
              <a:rPr lang="fr-FR" sz="2400" dirty="0"/>
              <a:t>C. Règlementation bancaire</a:t>
            </a:r>
            <a:br>
              <a:rPr lang="fr-FR" sz="2400" dirty="0"/>
            </a:br>
            <a:r>
              <a:rPr lang="fr-FR" sz="2400" dirty="0"/>
              <a:t>Introduction à la Lutte contre le blanchiment des capitaux </a:t>
            </a:r>
            <a:br>
              <a:rPr lang="fr-FR" sz="4000" dirty="0"/>
            </a:br>
            <a:endParaRPr lang="fr-FR" sz="4000" dirty="0"/>
          </a:p>
        </p:txBody>
      </p:sp>
      <p:sp>
        <p:nvSpPr>
          <p:cNvPr id="3" name="Espace réservé du contenu 2"/>
          <p:cNvSpPr>
            <a:spLocks noGrp="1"/>
          </p:cNvSpPr>
          <p:nvPr>
            <p:ph idx="1"/>
          </p:nvPr>
        </p:nvSpPr>
        <p:spPr>
          <a:xfrm>
            <a:off x="251520" y="1484784"/>
            <a:ext cx="8568952" cy="5112568"/>
          </a:xfrm>
        </p:spPr>
        <p:txBody>
          <a:bodyPr>
            <a:normAutofit/>
          </a:bodyPr>
          <a:lstStyle/>
          <a:p>
            <a:pPr algn="just"/>
            <a:r>
              <a:rPr lang="fr-FR" dirty="0"/>
              <a:t>Art 324.1 du code pénal </a:t>
            </a:r>
          </a:p>
          <a:p>
            <a:pPr lvl="1" algn="just"/>
            <a:r>
              <a:rPr lang="fr-FR" dirty="0"/>
              <a:t>Est pénalement sanctionné pour les personnes physiques :</a:t>
            </a:r>
          </a:p>
          <a:p>
            <a:pPr lvl="1" algn="just"/>
            <a:endParaRPr lang="fr-FR" dirty="0"/>
          </a:p>
          <a:p>
            <a:pPr lvl="1" algn="just"/>
            <a:endParaRPr lang="fr-FR" dirty="0"/>
          </a:p>
          <a:p>
            <a:pPr algn="just"/>
            <a:endParaRPr lang="fr-FR" dirty="0"/>
          </a:p>
          <a:p>
            <a:pPr algn="just"/>
            <a:r>
              <a:rPr lang="fr-FR" dirty="0"/>
              <a:t>Art 324.2 du code pénal </a:t>
            </a:r>
          </a:p>
          <a:p>
            <a:pPr lvl="1" algn="just"/>
            <a:r>
              <a:rPr lang="fr-FR" dirty="0"/>
              <a:t>Le délit de blanchiment est aggravé lorsqu’il est commis :</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47</a:t>
            </a:fld>
            <a:endParaRPr lang="fr-F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2400" dirty="0"/>
              <a:t>C. Règlementation bancaire</a:t>
            </a:r>
            <a:br>
              <a:rPr lang="fr-FR" sz="2400" dirty="0"/>
            </a:br>
            <a:r>
              <a:rPr lang="fr-FR" sz="2400" dirty="0"/>
              <a:t>La lutte contre le blanchiment des capitaux </a:t>
            </a:r>
            <a:br>
              <a:rPr lang="fr-FR" sz="4000" dirty="0"/>
            </a:br>
            <a:endParaRPr lang="fr-FR" sz="4000" dirty="0"/>
          </a:p>
        </p:txBody>
      </p:sp>
      <p:sp>
        <p:nvSpPr>
          <p:cNvPr id="3" name="Espace réservé du contenu 2"/>
          <p:cNvSpPr>
            <a:spLocks noGrp="1"/>
          </p:cNvSpPr>
          <p:nvPr>
            <p:ph idx="1"/>
          </p:nvPr>
        </p:nvSpPr>
        <p:spPr>
          <a:xfrm>
            <a:off x="251520" y="1484784"/>
            <a:ext cx="8568952" cy="5112568"/>
          </a:xfrm>
        </p:spPr>
        <p:txBody>
          <a:bodyPr>
            <a:normAutofit/>
          </a:bodyPr>
          <a:lstStyle/>
          <a:p>
            <a:pPr algn="just"/>
            <a:r>
              <a:rPr lang="fr-FR" dirty="0"/>
              <a:t>Depuis le 7/05/2013, déclaration obligatoire dans TRACFIN de toute opération de transmission de fonds en espèce ou en monnaie électronique dépassant 2 seuils</a:t>
            </a:r>
          </a:p>
          <a:p>
            <a:pPr lvl="1" algn="just">
              <a:buNone/>
            </a:pPr>
            <a:endParaRPr lang="fr-FR" dirty="0"/>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48</a:t>
            </a:fld>
            <a:endParaRPr lang="fr-F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rmAutofit/>
          </a:bodyPr>
          <a:lstStyle/>
          <a:p>
            <a:r>
              <a:rPr lang="fr-FR" sz="2800" dirty="0"/>
              <a:t>Conclusion Partie 1</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49</a:t>
            </a:fld>
            <a:endParaRPr lang="fr-F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sz="2800" dirty="0"/>
              <a:t>1 contrôle à 2 niveaux afin de vérifier la bonne gestion des risques et le respect de la règlementation</a:t>
            </a:r>
          </a:p>
          <a:p>
            <a:pPr marL="0" indent="0" algn="just">
              <a:buNone/>
            </a:pPr>
            <a:endParaRPr lang="fr-FR" sz="2800" dirty="0"/>
          </a:p>
          <a:p>
            <a:pPr lvl="1" algn="just"/>
            <a:r>
              <a:rPr lang="fr-FR" sz="2600" dirty="0"/>
              <a:t>Contrôle interne : inspection générale, DA</a:t>
            </a:r>
          </a:p>
          <a:p>
            <a:pPr marL="393192" lvl="1" indent="0" algn="just">
              <a:buNone/>
            </a:pPr>
            <a:endParaRPr lang="fr-FR" sz="2600" dirty="0"/>
          </a:p>
          <a:p>
            <a:pPr lvl="1" algn="just"/>
            <a:r>
              <a:rPr lang="fr-FR" sz="2600" dirty="0"/>
              <a:t>Contrôle externe : ACPR, CAC (commissaires aux comptes)</a:t>
            </a:r>
          </a:p>
          <a:p>
            <a:endParaRPr lang="fr-FR" sz="2800" dirty="0"/>
          </a:p>
          <a:p>
            <a:endParaRPr lang="fr-FR" sz="2800" dirty="0"/>
          </a:p>
          <a:p>
            <a:endParaRPr lang="fr-FR" dirty="0"/>
          </a:p>
        </p:txBody>
      </p:sp>
    </p:spTree>
    <p:extLst>
      <p:ext uri="{BB962C8B-B14F-4D97-AF65-F5344CB8AC3E}">
        <p14:creationId xmlns:p14="http://schemas.microsoft.com/office/powerpoint/2010/main" val="20637047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7" name="Titre 6"/>
          <p:cNvSpPr>
            <a:spLocks noGrp="1"/>
          </p:cNvSpPr>
          <p:nvPr>
            <p:ph type="title"/>
          </p:nvPr>
        </p:nvSpPr>
        <p:spPr>
          <a:xfrm>
            <a:off x="457200" y="274638"/>
            <a:ext cx="8229600" cy="6178698"/>
          </a:xfrm>
        </p:spPr>
        <p:txBody>
          <a:bodyPr>
            <a:normAutofit/>
          </a:bodyPr>
          <a:lstStyle/>
          <a:p>
            <a:br>
              <a:rPr lang="fr-FR" dirty="0"/>
            </a:br>
            <a:endParaRPr lang="fr-FR" dirty="0"/>
          </a:p>
        </p:txBody>
      </p:sp>
      <p:sp>
        <p:nvSpPr>
          <p:cNvPr id="6" name="Espace réservé du numéro de diapositive 5"/>
          <p:cNvSpPr>
            <a:spLocks noGrp="1"/>
          </p:cNvSpPr>
          <p:nvPr>
            <p:ph type="sldNum" sz="quarter" idx="12"/>
          </p:nvPr>
        </p:nvSpPr>
        <p:spPr/>
        <p:txBody>
          <a:bodyPr/>
          <a:lstStyle/>
          <a:p>
            <a:fld id="{4D4991C9-18F4-4D2B-A030-BA7B1F5F6083}" type="slidenum">
              <a:rPr lang="fr-FR" smtClean="0"/>
              <a:pPr/>
              <a:t>50</a:t>
            </a:fld>
            <a:endParaRPr lang="fr-FR"/>
          </a:p>
        </p:txBody>
      </p:sp>
      <p:sp>
        <p:nvSpPr>
          <p:cNvPr id="4" name="ZoneTexte 3"/>
          <p:cNvSpPr txBox="1"/>
          <p:nvPr/>
        </p:nvSpPr>
        <p:spPr>
          <a:xfrm>
            <a:off x="457200" y="1124744"/>
            <a:ext cx="8640960" cy="1077218"/>
          </a:xfrm>
          <a:prstGeom prst="rect">
            <a:avLst/>
          </a:prstGeom>
          <a:noFill/>
        </p:spPr>
        <p:txBody>
          <a:bodyPr wrap="square" rtlCol="0">
            <a:spAutoFit/>
          </a:bodyPr>
          <a:lstStyle/>
          <a:p>
            <a:pPr lvl="0" algn="ctr">
              <a:defRPr/>
            </a:pPr>
            <a:r>
              <a:rPr lang="fr-FR" sz="3200" b="1" dirty="0">
                <a:solidFill>
                  <a:schemeClr val="accent1">
                    <a:lumMod val="60000"/>
                    <a:lumOff val="40000"/>
                  </a:schemeClr>
                </a:solidFill>
              </a:rPr>
              <a:t>Partie 2 : </a:t>
            </a:r>
          </a:p>
          <a:p>
            <a:pPr lvl="0" algn="ctr">
              <a:defRPr/>
            </a:pPr>
            <a:r>
              <a:rPr lang="fr-FR" sz="3200" b="1" dirty="0">
                <a:solidFill>
                  <a:schemeClr val="accent1">
                    <a:lumMod val="60000"/>
                    <a:lumOff val="40000"/>
                  </a:schemeClr>
                </a:solidFill>
              </a:rPr>
              <a:t>Le diagnostic financier d’une banque</a:t>
            </a:r>
          </a:p>
        </p:txBody>
      </p:sp>
      <p:pic>
        <p:nvPicPr>
          <p:cNvPr id="3" name="Image 2">
            <a:extLst>
              <a:ext uri="{FF2B5EF4-FFF2-40B4-BE49-F238E27FC236}">
                <a16:creationId xmlns:a16="http://schemas.microsoft.com/office/drawing/2014/main" id="{9AB5355C-FACA-444D-9F5A-CC9AE7D3A2CB}"/>
              </a:ext>
            </a:extLst>
          </p:cNvPr>
          <p:cNvPicPr>
            <a:picLocks noChangeAspect="1"/>
          </p:cNvPicPr>
          <p:nvPr/>
        </p:nvPicPr>
        <p:blipFill>
          <a:blip r:embed="rId3"/>
          <a:stretch>
            <a:fillRect/>
          </a:stretch>
        </p:blipFill>
        <p:spPr>
          <a:xfrm>
            <a:off x="3119437" y="3113211"/>
            <a:ext cx="2905125" cy="809625"/>
          </a:xfrm>
          <a:prstGeom prst="rect">
            <a:avLst/>
          </a:prstGeom>
        </p:spPr>
      </p:pic>
      <p:sp>
        <p:nvSpPr>
          <p:cNvPr id="5" name="ZoneTexte 4">
            <a:extLst>
              <a:ext uri="{FF2B5EF4-FFF2-40B4-BE49-F238E27FC236}">
                <a16:creationId xmlns:a16="http://schemas.microsoft.com/office/drawing/2014/main" id="{DEC0BDEA-6986-C871-8BC9-926351788F67}"/>
              </a:ext>
            </a:extLst>
          </p:cNvPr>
          <p:cNvSpPr txBox="1"/>
          <p:nvPr/>
        </p:nvSpPr>
        <p:spPr>
          <a:xfrm>
            <a:off x="971600" y="4517492"/>
            <a:ext cx="7344816" cy="1200329"/>
          </a:xfrm>
          <a:prstGeom prst="rect">
            <a:avLst/>
          </a:prstGeom>
          <a:noFill/>
        </p:spPr>
        <p:txBody>
          <a:bodyPr wrap="square">
            <a:spAutoFit/>
          </a:bodyPr>
          <a:lstStyle/>
          <a:p>
            <a:pPr algn="ctr">
              <a:defRPr/>
            </a:pPr>
            <a:r>
              <a:rPr lang="fr-FR" sz="2400" b="1" dirty="0">
                <a:solidFill>
                  <a:schemeClr val="accent1">
                    <a:lumMod val="60000"/>
                    <a:lumOff val="40000"/>
                  </a:schemeClr>
                </a:solidFill>
              </a:rPr>
              <a:t>2,1 Présentation bancaire du bilan</a:t>
            </a:r>
          </a:p>
          <a:p>
            <a:pPr algn="ctr">
              <a:defRPr/>
            </a:pPr>
            <a:r>
              <a:rPr lang="fr-FR" sz="2400" b="1" dirty="0">
                <a:solidFill>
                  <a:schemeClr val="accent1">
                    <a:lumMod val="60000"/>
                    <a:lumOff val="40000"/>
                  </a:schemeClr>
                </a:solidFill>
              </a:rPr>
              <a:t>2,2 Présentation bancaire du compte de résultat</a:t>
            </a:r>
          </a:p>
          <a:p>
            <a:pPr algn="ctr">
              <a:defRPr/>
            </a:pPr>
            <a:r>
              <a:rPr lang="fr-FR" sz="2400" b="1" dirty="0">
                <a:solidFill>
                  <a:schemeClr val="accent1">
                    <a:lumMod val="60000"/>
                    <a:lumOff val="40000"/>
                  </a:schemeClr>
                </a:solidFill>
              </a:rPr>
              <a:t>2,3 Diagnostic Financier</a:t>
            </a:r>
          </a:p>
        </p:txBody>
      </p:sp>
    </p:spTree>
    <p:extLst>
      <p:ext uri="{BB962C8B-B14F-4D97-AF65-F5344CB8AC3E}">
        <p14:creationId xmlns:p14="http://schemas.microsoft.com/office/powerpoint/2010/main" val="7172976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Autofit/>
          </a:bodyPr>
          <a:lstStyle/>
          <a:p>
            <a:r>
              <a:rPr lang="fr-FR" sz="2800" dirty="0"/>
              <a:t>Introduction : L’évolution de la comptabilité des établissements de crédit</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51</a:t>
            </a:fld>
            <a:endParaRPr lang="fr-FR"/>
          </a:p>
        </p:txBody>
      </p:sp>
      <p:sp>
        <p:nvSpPr>
          <p:cNvPr id="5" name="Espace réservé du contenu 4"/>
          <p:cNvSpPr>
            <a:spLocks noGrp="1"/>
          </p:cNvSpPr>
          <p:nvPr>
            <p:ph idx="1"/>
          </p:nvPr>
        </p:nvSpPr>
        <p:spPr>
          <a:xfrm>
            <a:off x="0" y="1412776"/>
            <a:ext cx="9144000" cy="5256584"/>
          </a:xfrm>
        </p:spPr>
        <p:txBody>
          <a:bodyPr>
            <a:normAutofit/>
          </a:bodyPr>
          <a:lstStyle/>
          <a:p>
            <a:pPr algn="just"/>
            <a:r>
              <a:rPr lang="fr-FR" sz="2800" dirty="0"/>
              <a:t>La réforme comptable de 1993 a été de grande ampleur</a:t>
            </a:r>
          </a:p>
          <a:p>
            <a:pPr marL="0" indent="0" algn="just">
              <a:buNone/>
            </a:pPr>
            <a:endParaRPr lang="fr-FR" sz="2800" dirty="0"/>
          </a:p>
          <a:p>
            <a:pPr algn="just"/>
            <a:r>
              <a:rPr lang="fr-FR" sz="2800" dirty="0"/>
              <a:t>Elle a donné lieu à un PCEC : Plan Comptable des établissements de crédit (</a:t>
            </a:r>
            <a:r>
              <a:rPr lang="fr-FR" sz="2800" dirty="0" err="1"/>
              <a:t>cf</a:t>
            </a:r>
            <a:r>
              <a:rPr lang="fr-FR" sz="2800" dirty="0"/>
              <a:t> pages suivantes)</a:t>
            </a:r>
          </a:p>
          <a:p>
            <a:pPr algn="just"/>
            <a:endParaRPr lang="fr-FR" sz="2800" dirty="0"/>
          </a:p>
          <a:p>
            <a:pPr algn="just"/>
            <a:r>
              <a:rPr lang="fr-FR" sz="2800" dirty="0"/>
              <a:t>Depuis le 1</a:t>
            </a:r>
            <a:r>
              <a:rPr lang="fr-FR" sz="2800" baseline="30000" dirty="0"/>
              <a:t>er</a:t>
            </a:r>
            <a:r>
              <a:rPr lang="fr-FR" sz="2800" dirty="0"/>
              <a:t> janvier 2005, la comptabilité des établissements de crédit est concernée par l’adoption d’un nouveau référentiel comptable européen qui repose sur les normes IFRS</a:t>
            </a:r>
          </a:p>
          <a:p>
            <a:pPr algn="just"/>
            <a:endParaRPr lang="fr-FR" sz="2800" dirty="0"/>
          </a:p>
          <a:p>
            <a:endParaRPr lang="fr-FR" sz="2800" dirty="0"/>
          </a:p>
          <a:p>
            <a:endParaRPr lang="fr-FR" sz="2800" dirty="0"/>
          </a:p>
          <a:p>
            <a:endParaRPr lang="fr-FR" dirty="0"/>
          </a:p>
        </p:txBody>
      </p:sp>
    </p:spTree>
    <p:extLst>
      <p:ext uri="{BB962C8B-B14F-4D97-AF65-F5344CB8AC3E}">
        <p14:creationId xmlns:p14="http://schemas.microsoft.com/office/powerpoint/2010/main" val="13410441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Autofit/>
          </a:bodyPr>
          <a:lstStyle/>
          <a:p>
            <a:r>
              <a:rPr lang="fr-FR" sz="2800" dirty="0"/>
              <a:t>Introduction : L’évolution de la comptabilité des établissements de crédit</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52</a:t>
            </a:fld>
            <a:endParaRPr lang="fr-FR"/>
          </a:p>
        </p:txBody>
      </p:sp>
      <p:sp>
        <p:nvSpPr>
          <p:cNvPr id="5" name="Espace réservé du contenu 4"/>
          <p:cNvSpPr>
            <a:spLocks noGrp="1"/>
          </p:cNvSpPr>
          <p:nvPr>
            <p:ph idx="1"/>
          </p:nvPr>
        </p:nvSpPr>
        <p:spPr>
          <a:xfrm>
            <a:off x="0" y="1196752"/>
            <a:ext cx="9144000" cy="5472608"/>
          </a:xfrm>
        </p:spPr>
        <p:txBody>
          <a:bodyPr>
            <a:normAutofit fontScale="92500" lnSpcReduction="10000"/>
          </a:bodyPr>
          <a:lstStyle/>
          <a:p>
            <a:pPr marL="0" indent="0" algn="just">
              <a:buNone/>
            </a:pPr>
            <a:r>
              <a:rPr lang="fr-FR" sz="2800" dirty="0"/>
              <a:t>Rappel de la classification comptable</a:t>
            </a:r>
          </a:p>
          <a:p>
            <a:pPr marL="0" indent="0" algn="just">
              <a:lnSpc>
                <a:spcPct val="150000"/>
              </a:lnSpc>
              <a:buNone/>
            </a:pPr>
            <a:r>
              <a:rPr lang="fr-FR" sz="2800" b="1" dirty="0"/>
              <a:t>Le bilan (classes 1 à 5)</a:t>
            </a:r>
          </a:p>
          <a:p>
            <a:pPr algn="just"/>
            <a:r>
              <a:rPr lang="fr-FR" sz="2800" dirty="0"/>
              <a:t>Les comptes de ressources = Capitaux et dettes structurelles = Classe 1</a:t>
            </a:r>
          </a:p>
          <a:p>
            <a:pPr algn="just"/>
            <a:r>
              <a:rPr lang="fr-FR" sz="2800" dirty="0"/>
              <a:t>Les comptes d’immobilisations = Classe 2</a:t>
            </a:r>
          </a:p>
          <a:p>
            <a:pPr algn="just"/>
            <a:r>
              <a:rPr lang="fr-FR" sz="2800" dirty="0"/>
              <a:t>Les comptes de stock et d’en-cours = Classe 3</a:t>
            </a:r>
          </a:p>
          <a:p>
            <a:pPr algn="just"/>
            <a:r>
              <a:rPr lang="fr-FR" sz="2800" dirty="0"/>
              <a:t>Les comptes de tiers = Classe 4</a:t>
            </a:r>
          </a:p>
          <a:p>
            <a:pPr algn="just"/>
            <a:r>
              <a:rPr lang="fr-FR" sz="2800" dirty="0"/>
              <a:t>Les comptes de trésorerie = Classe 5</a:t>
            </a:r>
          </a:p>
          <a:p>
            <a:pPr marL="0" indent="0" algn="just">
              <a:buNone/>
            </a:pPr>
            <a:endParaRPr lang="fr-FR" sz="2800" dirty="0"/>
          </a:p>
          <a:p>
            <a:pPr marL="0" indent="0">
              <a:buNone/>
            </a:pPr>
            <a:r>
              <a:rPr lang="fr-FR" sz="2800" b="1" dirty="0"/>
              <a:t>Le compte de résultat (classes 6 et 7)</a:t>
            </a:r>
          </a:p>
          <a:p>
            <a:pPr algn="just"/>
            <a:r>
              <a:rPr lang="fr-FR" sz="2800" dirty="0"/>
              <a:t>Classe 6 = Charges</a:t>
            </a:r>
          </a:p>
          <a:p>
            <a:pPr algn="just"/>
            <a:r>
              <a:rPr lang="fr-FR" sz="2800" dirty="0"/>
              <a:t>Classe 7 = Produits</a:t>
            </a:r>
          </a:p>
          <a:p>
            <a:endParaRPr lang="fr-FR" sz="2800" dirty="0"/>
          </a:p>
          <a:p>
            <a:endParaRPr lang="fr-FR" sz="2800" dirty="0"/>
          </a:p>
          <a:p>
            <a:endParaRPr lang="fr-FR" dirty="0"/>
          </a:p>
        </p:txBody>
      </p:sp>
    </p:spTree>
    <p:extLst>
      <p:ext uri="{BB962C8B-B14F-4D97-AF65-F5344CB8AC3E}">
        <p14:creationId xmlns:p14="http://schemas.microsoft.com/office/powerpoint/2010/main" val="22550554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260648"/>
            <a:ext cx="8229600" cy="792088"/>
          </a:xfrm>
        </p:spPr>
        <p:txBody>
          <a:bodyPr>
            <a:noAutofit/>
          </a:bodyPr>
          <a:lstStyle/>
          <a:p>
            <a:r>
              <a:rPr lang="fr-FR" sz="2800" dirty="0"/>
              <a:t>Introduction : L’évolution de la comptabilité des établissements de crédit</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53</a:t>
            </a:fld>
            <a:endParaRPr lang="fr-FR"/>
          </a:p>
        </p:txBody>
      </p:sp>
      <p:sp>
        <p:nvSpPr>
          <p:cNvPr id="5" name="Espace réservé du contenu 4"/>
          <p:cNvSpPr>
            <a:spLocks noGrp="1"/>
          </p:cNvSpPr>
          <p:nvPr>
            <p:ph idx="1"/>
          </p:nvPr>
        </p:nvSpPr>
        <p:spPr>
          <a:xfrm>
            <a:off x="0" y="1196752"/>
            <a:ext cx="9144000" cy="5472608"/>
          </a:xfrm>
        </p:spPr>
        <p:txBody>
          <a:bodyPr>
            <a:normAutofit fontScale="92500" lnSpcReduction="20000"/>
          </a:bodyPr>
          <a:lstStyle/>
          <a:p>
            <a:pPr marL="0" indent="0" algn="just">
              <a:buNone/>
            </a:pPr>
            <a:r>
              <a:rPr lang="fr-FR" sz="2800" dirty="0"/>
              <a:t>Classification du PCEC</a:t>
            </a:r>
          </a:p>
          <a:p>
            <a:pPr marL="0" indent="0" algn="just">
              <a:lnSpc>
                <a:spcPct val="150000"/>
              </a:lnSpc>
              <a:buNone/>
            </a:pPr>
            <a:r>
              <a:rPr lang="fr-FR" sz="2800" b="1" dirty="0"/>
              <a:t>Le bilan (classes 1 à 5)</a:t>
            </a:r>
          </a:p>
          <a:p>
            <a:pPr algn="just"/>
            <a:r>
              <a:rPr lang="fr-FR" sz="2800" dirty="0"/>
              <a:t>Opérations de trésorerie et interbancaires = Classe 1</a:t>
            </a:r>
          </a:p>
          <a:p>
            <a:pPr algn="just"/>
            <a:r>
              <a:rPr lang="fr-FR" sz="2800" dirty="0"/>
              <a:t>Opérations avec la clientèle = Classe 2</a:t>
            </a:r>
          </a:p>
          <a:p>
            <a:pPr algn="just"/>
            <a:r>
              <a:rPr lang="fr-FR" sz="2800" dirty="0"/>
              <a:t>Opérations sur titres = Classe 3</a:t>
            </a:r>
          </a:p>
          <a:p>
            <a:pPr algn="just"/>
            <a:r>
              <a:rPr lang="fr-FR" sz="2800" dirty="0"/>
              <a:t>Valeurs immobilisées = Classe 4</a:t>
            </a:r>
          </a:p>
          <a:p>
            <a:pPr algn="just"/>
            <a:r>
              <a:rPr lang="fr-FR" sz="2800" dirty="0"/>
              <a:t>Provisions, Fonds Propres et assimilés = Classe 5</a:t>
            </a:r>
          </a:p>
          <a:p>
            <a:pPr marL="0" indent="0" algn="just">
              <a:buNone/>
            </a:pPr>
            <a:endParaRPr lang="fr-FR" sz="2800" dirty="0"/>
          </a:p>
          <a:p>
            <a:pPr marL="0" indent="0">
              <a:buNone/>
            </a:pPr>
            <a:r>
              <a:rPr lang="fr-FR" sz="2800" b="1" dirty="0"/>
              <a:t>Le compte de résultat (classes 6 et 7)</a:t>
            </a:r>
          </a:p>
          <a:p>
            <a:pPr algn="just"/>
            <a:r>
              <a:rPr lang="fr-FR" sz="2800" dirty="0"/>
              <a:t>Classe 6 = Charges</a:t>
            </a:r>
          </a:p>
          <a:p>
            <a:pPr algn="just"/>
            <a:r>
              <a:rPr lang="fr-FR" sz="2800" dirty="0"/>
              <a:t>Classe 7 = Produits</a:t>
            </a:r>
          </a:p>
          <a:p>
            <a:pPr algn="just"/>
            <a:endParaRPr lang="fr-FR" sz="2800" dirty="0"/>
          </a:p>
          <a:p>
            <a:pPr marL="0" indent="0" algn="just">
              <a:buNone/>
            </a:pPr>
            <a:r>
              <a:rPr lang="fr-FR" sz="2800" b="1" dirty="0"/>
              <a:t>Classe 9 = Engagement hors bilan</a:t>
            </a:r>
          </a:p>
          <a:p>
            <a:endParaRPr lang="fr-FR" sz="2800" dirty="0"/>
          </a:p>
          <a:p>
            <a:endParaRPr lang="fr-FR" sz="2800" dirty="0"/>
          </a:p>
          <a:p>
            <a:endParaRPr lang="fr-FR" dirty="0"/>
          </a:p>
        </p:txBody>
      </p:sp>
    </p:spTree>
    <p:extLst>
      <p:ext uri="{BB962C8B-B14F-4D97-AF65-F5344CB8AC3E}">
        <p14:creationId xmlns:p14="http://schemas.microsoft.com/office/powerpoint/2010/main" val="16818765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4D4991C9-18F4-4D2B-A030-BA7B1F5F6083}" type="slidenum">
              <a:rPr lang="fr-FR" smtClean="0"/>
              <a:pPr/>
              <a:t>54</a:t>
            </a:fld>
            <a:endParaRPr lang="fr-FR"/>
          </a:p>
        </p:txBody>
      </p:sp>
      <p:sp>
        <p:nvSpPr>
          <p:cNvPr id="4" name="ZoneTexte 3"/>
          <p:cNvSpPr txBox="1"/>
          <p:nvPr/>
        </p:nvSpPr>
        <p:spPr>
          <a:xfrm>
            <a:off x="428596" y="714356"/>
            <a:ext cx="8496944" cy="2062103"/>
          </a:xfrm>
          <a:prstGeom prst="rect">
            <a:avLst/>
          </a:prstGeom>
          <a:noFill/>
        </p:spPr>
        <p:txBody>
          <a:bodyPr wrap="square" rtlCol="0">
            <a:spAutoFit/>
          </a:bodyPr>
          <a:lstStyle/>
          <a:p>
            <a:pPr algn="ctr"/>
            <a:r>
              <a:rPr lang="fr-FR" sz="3200" b="1" dirty="0">
                <a:solidFill>
                  <a:schemeClr val="accent1">
                    <a:lumMod val="75000"/>
                  </a:schemeClr>
                </a:solidFill>
              </a:rPr>
              <a:t>Partie 2.1 : </a:t>
            </a:r>
          </a:p>
          <a:p>
            <a:pPr algn="ctr"/>
            <a:endParaRPr lang="fr-FR" sz="3200" b="1" dirty="0">
              <a:solidFill>
                <a:schemeClr val="accent1">
                  <a:lumMod val="75000"/>
                </a:schemeClr>
              </a:solidFill>
            </a:endParaRPr>
          </a:p>
          <a:p>
            <a:pPr algn="ctr"/>
            <a:r>
              <a:rPr lang="fr-FR" sz="3200" b="1" dirty="0">
                <a:solidFill>
                  <a:schemeClr val="accent1">
                    <a:lumMod val="75000"/>
                  </a:schemeClr>
                </a:solidFill>
              </a:rPr>
              <a:t>Présentation du bilan selon le format bancaire</a:t>
            </a:r>
          </a:p>
        </p:txBody>
      </p:sp>
      <p:sp>
        <p:nvSpPr>
          <p:cNvPr id="8" name="Rectangle 7"/>
          <p:cNvSpPr/>
          <p:nvPr/>
        </p:nvSpPr>
        <p:spPr>
          <a:xfrm>
            <a:off x="1214414" y="5357826"/>
            <a:ext cx="6715172" cy="369332"/>
          </a:xfrm>
          <a:prstGeom prst="rect">
            <a:avLst/>
          </a:prstGeom>
        </p:spPr>
        <p:txBody>
          <a:bodyPr wrap="square">
            <a:spAutoFit/>
          </a:bodyPr>
          <a:lstStyle/>
          <a:p>
            <a:pPr algn="ctr"/>
            <a:r>
              <a:rPr lang="fr-FR" b="1" dirty="0">
                <a:solidFill>
                  <a:schemeClr val="accent1">
                    <a:lumMod val="75000"/>
                  </a:schemeClr>
                </a:solidFill>
              </a:rPr>
              <a:t>INSEEC, Finance d’Entreprise et Ingénierie Financière</a:t>
            </a:r>
          </a:p>
        </p:txBody>
      </p:sp>
      <p:pic>
        <p:nvPicPr>
          <p:cNvPr id="7" name="Image 6">
            <a:extLst>
              <a:ext uri="{FF2B5EF4-FFF2-40B4-BE49-F238E27FC236}">
                <a16:creationId xmlns:a16="http://schemas.microsoft.com/office/drawing/2014/main" id="{1BA822E5-64B2-4CF0-841C-FDB3BB4C964A}"/>
              </a:ext>
            </a:extLst>
          </p:cNvPr>
          <p:cNvPicPr>
            <a:picLocks noChangeAspect="1"/>
          </p:cNvPicPr>
          <p:nvPr/>
        </p:nvPicPr>
        <p:blipFill>
          <a:blip r:embed="rId2"/>
          <a:stretch>
            <a:fillRect/>
          </a:stretch>
        </p:blipFill>
        <p:spPr>
          <a:xfrm>
            <a:off x="3086100" y="3449568"/>
            <a:ext cx="2971800" cy="96202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8596" y="642918"/>
            <a:ext cx="8229600" cy="1143000"/>
          </a:xfrm>
        </p:spPr>
        <p:txBody>
          <a:bodyPr>
            <a:noAutofit/>
          </a:bodyPr>
          <a:lstStyle/>
          <a:p>
            <a:r>
              <a:rPr lang="fr-FR" sz="2400" dirty="0"/>
              <a:t>2.1 Présentation du bilan au format bancaire</a:t>
            </a:r>
            <a:br>
              <a:rPr lang="fr-FR" sz="4000" dirty="0"/>
            </a:br>
            <a:endParaRPr lang="fr-FR" sz="4000" dirty="0"/>
          </a:p>
        </p:txBody>
      </p:sp>
      <p:sp>
        <p:nvSpPr>
          <p:cNvPr id="3" name="Espace réservé du contenu 2"/>
          <p:cNvSpPr>
            <a:spLocks noGrp="1"/>
          </p:cNvSpPr>
          <p:nvPr>
            <p:ph idx="1"/>
          </p:nvPr>
        </p:nvSpPr>
        <p:spPr>
          <a:xfrm>
            <a:off x="251520" y="1714488"/>
            <a:ext cx="8568952" cy="4882864"/>
          </a:xfrm>
        </p:spPr>
        <p:txBody>
          <a:bodyPr>
            <a:normAutofit/>
          </a:bodyPr>
          <a:lstStyle/>
          <a:p>
            <a:pPr algn="just"/>
            <a:r>
              <a:rPr lang="fr-FR" dirty="0"/>
              <a:t>Le bilan d’une banque comme celui de toute entreprise est un état patrimonial des créances et des dettes à une date donnée.</a:t>
            </a:r>
          </a:p>
          <a:p>
            <a:pPr algn="just"/>
            <a:r>
              <a:rPr lang="fr-FR" dirty="0"/>
              <a:t>L’actif correspond bien aux emplois et le passif aux ressources</a:t>
            </a:r>
          </a:p>
          <a:p>
            <a:pPr algn="just"/>
            <a:endParaRPr lang="fr-FR" dirty="0"/>
          </a:p>
          <a:p>
            <a:pPr algn="just"/>
            <a:r>
              <a:rPr lang="fr-FR" dirty="0"/>
              <a:t>Il comporte deux différences notables par rapport à une entreprise classique</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55</a:t>
            </a:fld>
            <a:endParaRPr lang="fr-FR"/>
          </a:p>
        </p:txBody>
      </p:sp>
    </p:spTree>
    <p:extLst>
      <p:ext uri="{BB962C8B-B14F-4D97-AF65-F5344CB8AC3E}">
        <p14:creationId xmlns:p14="http://schemas.microsoft.com/office/powerpoint/2010/main" val="26296030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90872" y="260648"/>
            <a:ext cx="8229600" cy="1143000"/>
          </a:xfrm>
        </p:spPr>
        <p:txBody>
          <a:bodyPr>
            <a:noAutofit/>
          </a:bodyPr>
          <a:lstStyle/>
          <a:p>
            <a:r>
              <a:rPr lang="fr-FR" sz="2400" dirty="0"/>
              <a:t>2.1 Présentation du bilan au format bancaire</a:t>
            </a:r>
            <a:br>
              <a:rPr lang="fr-FR" sz="4000" dirty="0"/>
            </a:br>
            <a:endParaRPr lang="fr-FR" sz="4000" dirty="0"/>
          </a:p>
        </p:txBody>
      </p:sp>
      <p:sp>
        <p:nvSpPr>
          <p:cNvPr id="3" name="Espace réservé du contenu 2"/>
          <p:cNvSpPr>
            <a:spLocks noGrp="1"/>
          </p:cNvSpPr>
          <p:nvPr>
            <p:ph idx="1"/>
          </p:nvPr>
        </p:nvSpPr>
        <p:spPr>
          <a:xfrm>
            <a:off x="232427" y="987568"/>
            <a:ext cx="8568952" cy="5368782"/>
          </a:xfrm>
        </p:spPr>
        <p:txBody>
          <a:bodyPr>
            <a:normAutofit/>
          </a:bodyPr>
          <a:lstStyle/>
          <a:p>
            <a:pPr algn="just"/>
            <a:r>
              <a:rPr lang="fr-FR" dirty="0"/>
              <a:t>Classe 1 = Les opérations de trésorerie et interbancaires (postes 1 à 3 de l’actif et postes 1 et 2 du passif)</a:t>
            </a:r>
          </a:p>
          <a:p>
            <a:pPr marL="0" indent="0" algn="just">
              <a:buNone/>
            </a:pPr>
            <a:endParaRPr lang="fr-FR" dirty="0"/>
          </a:p>
          <a:p>
            <a:pPr algn="just"/>
            <a:r>
              <a:rPr lang="fr-FR" dirty="0"/>
              <a:t>Réalisées exclusivement entre institutions financières, elles découlent de deux activités</a:t>
            </a:r>
          </a:p>
          <a:p>
            <a:pPr marL="0" indent="0" algn="just">
              <a:buNone/>
            </a:pPr>
            <a:endParaRPr lang="fr-FR" dirty="0"/>
          </a:p>
          <a:p>
            <a:pPr lvl="1" algn="just"/>
            <a:r>
              <a:rPr lang="fr-FR" dirty="0"/>
              <a:t>La gestion de trésorerie qui veille à respecter</a:t>
            </a:r>
          </a:p>
          <a:p>
            <a:pPr marL="667512" lvl="2" indent="0" algn="just">
              <a:buNone/>
            </a:pPr>
            <a:endParaRPr lang="fr-FR" dirty="0"/>
          </a:p>
          <a:p>
            <a:pPr marL="667512" lvl="2" indent="0" algn="just">
              <a:buNone/>
            </a:pPr>
            <a:endParaRPr lang="fr-FR" dirty="0"/>
          </a:p>
          <a:p>
            <a:pPr marL="667512" lvl="2" indent="0" algn="just">
              <a:buNone/>
            </a:pPr>
            <a:endParaRPr lang="fr-FR" dirty="0"/>
          </a:p>
          <a:p>
            <a:pPr lvl="1" algn="just"/>
            <a:r>
              <a:rPr lang="fr-FR" dirty="0"/>
              <a:t>Relations interbancaires</a:t>
            </a:r>
          </a:p>
          <a:p>
            <a:pPr algn="just"/>
            <a:endParaRPr lang="fr-FR" dirty="0"/>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56</a:t>
            </a:fld>
            <a:endParaRPr lang="fr-FR"/>
          </a:p>
        </p:txBody>
      </p:sp>
    </p:spTree>
    <p:extLst>
      <p:ext uri="{BB962C8B-B14F-4D97-AF65-F5344CB8AC3E}">
        <p14:creationId xmlns:p14="http://schemas.microsoft.com/office/powerpoint/2010/main" val="2380713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71779" y="136525"/>
            <a:ext cx="8229600" cy="1143000"/>
          </a:xfrm>
        </p:spPr>
        <p:txBody>
          <a:bodyPr>
            <a:noAutofit/>
          </a:bodyPr>
          <a:lstStyle/>
          <a:p>
            <a:r>
              <a:rPr lang="fr-FR" sz="2400" dirty="0"/>
              <a:t>2.1 Présentation du bilan au format bancaire</a:t>
            </a:r>
            <a:br>
              <a:rPr lang="fr-FR" sz="4000" dirty="0"/>
            </a:br>
            <a:endParaRPr lang="fr-FR" sz="4000" dirty="0"/>
          </a:p>
        </p:txBody>
      </p:sp>
      <p:sp>
        <p:nvSpPr>
          <p:cNvPr id="3" name="Espace réservé du contenu 2"/>
          <p:cNvSpPr>
            <a:spLocks noGrp="1"/>
          </p:cNvSpPr>
          <p:nvPr>
            <p:ph idx="1"/>
          </p:nvPr>
        </p:nvSpPr>
        <p:spPr>
          <a:xfrm>
            <a:off x="232427" y="987568"/>
            <a:ext cx="8568952" cy="5368782"/>
          </a:xfrm>
        </p:spPr>
        <p:txBody>
          <a:bodyPr>
            <a:normAutofit/>
          </a:bodyPr>
          <a:lstStyle/>
          <a:p>
            <a:pPr algn="just"/>
            <a:r>
              <a:rPr lang="fr-FR" dirty="0"/>
              <a:t>Classe 2 = Les opérations avec la clientèle (poste 4 de l’actif et poste 3 du passif)</a:t>
            </a:r>
          </a:p>
          <a:p>
            <a:pPr marL="0" indent="0" algn="just">
              <a:buNone/>
            </a:pPr>
            <a:endParaRPr lang="fr-FR" dirty="0"/>
          </a:p>
          <a:p>
            <a:pPr lvl="1" algn="just"/>
            <a:r>
              <a:rPr lang="fr-FR" dirty="0"/>
              <a:t>Actif</a:t>
            </a:r>
          </a:p>
          <a:p>
            <a:pPr marL="667512" lvl="2" indent="0" algn="just">
              <a:buNone/>
            </a:pPr>
            <a:endParaRPr lang="fr-FR" dirty="0"/>
          </a:p>
          <a:p>
            <a:pPr marL="667512" lvl="2" indent="0" algn="just">
              <a:buNone/>
            </a:pPr>
            <a:endParaRPr lang="fr-FR" dirty="0"/>
          </a:p>
          <a:p>
            <a:pPr marL="667512" lvl="2" indent="0" algn="just">
              <a:buNone/>
            </a:pPr>
            <a:endParaRPr lang="fr-FR" dirty="0"/>
          </a:p>
          <a:p>
            <a:pPr lvl="1" algn="just"/>
            <a:r>
              <a:rPr lang="fr-FR" dirty="0"/>
              <a:t>Passif</a:t>
            </a:r>
          </a:p>
          <a:p>
            <a:pPr algn="just"/>
            <a:endParaRPr lang="fr-FR" dirty="0"/>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57</a:t>
            </a:fld>
            <a:endParaRPr lang="fr-FR"/>
          </a:p>
        </p:txBody>
      </p:sp>
    </p:spTree>
    <p:extLst>
      <p:ext uri="{BB962C8B-B14F-4D97-AF65-F5344CB8AC3E}">
        <p14:creationId xmlns:p14="http://schemas.microsoft.com/office/powerpoint/2010/main" val="19751275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71779" y="136525"/>
            <a:ext cx="8229600" cy="1143000"/>
          </a:xfrm>
        </p:spPr>
        <p:txBody>
          <a:bodyPr>
            <a:noAutofit/>
          </a:bodyPr>
          <a:lstStyle/>
          <a:p>
            <a:r>
              <a:rPr lang="fr-FR" sz="2400" dirty="0"/>
              <a:t>2.1 Présentation du bilan au format bancaire</a:t>
            </a:r>
            <a:br>
              <a:rPr lang="fr-FR" sz="4000" dirty="0"/>
            </a:br>
            <a:endParaRPr lang="fr-FR" sz="4000" dirty="0"/>
          </a:p>
        </p:txBody>
      </p:sp>
      <p:sp>
        <p:nvSpPr>
          <p:cNvPr id="3" name="Espace réservé du contenu 2"/>
          <p:cNvSpPr>
            <a:spLocks noGrp="1"/>
          </p:cNvSpPr>
          <p:nvPr>
            <p:ph idx="1"/>
          </p:nvPr>
        </p:nvSpPr>
        <p:spPr>
          <a:xfrm>
            <a:off x="232427" y="987568"/>
            <a:ext cx="8568952" cy="5368782"/>
          </a:xfrm>
        </p:spPr>
        <p:txBody>
          <a:bodyPr>
            <a:normAutofit/>
          </a:bodyPr>
          <a:lstStyle/>
          <a:p>
            <a:pPr algn="just"/>
            <a:r>
              <a:rPr lang="fr-FR" dirty="0"/>
              <a:t>Classe 3 = Les opérations sur titres (postes 5 et 6 de l’actif et poste 4 du passif)</a:t>
            </a:r>
          </a:p>
          <a:p>
            <a:pPr marL="0" indent="0" algn="just">
              <a:buNone/>
            </a:pPr>
            <a:endParaRPr lang="fr-FR" dirty="0"/>
          </a:p>
          <a:p>
            <a:pPr lvl="1" algn="just"/>
            <a:r>
              <a:rPr lang="fr-FR" dirty="0"/>
              <a:t>Actif</a:t>
            </a:r>
          </a:p>
          <a:p>
            <a:pPr lvl="1" algn="just"/>
            <a:endParaRPr lang="fr-FR" dirty="0"/>
          </a:p>
          <a:p>
            <a:pPr marL="667512" lvl="2" indent="0" algn="just">
              <a:buNone/>
            </a:pPr>
            <a:endParaRPr lang="fr-FR" dirty="0"/>
          </a:p>
          <a:p>
            <a:pPr lvl="1" algn="just"/>
            <a:r>
              <a:rPr lang="fr-FR" dirty="0"/>
              <a:t>Passif</a:t>
            </a:r>
          </a:p>
          <a:p>
            <a:pPr algn="just"/>
            <a:endParaRPr lang="fr-FR" dirty="0"/>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00000">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fr-FR" sz="1200" b="0" i="0" u="none" strike="noStrike" kern="1200" cap="none" spc="0" normalizeH="0" baseline="0" noProof="0">
              <a:ln>
                <a:noFill/>
              </a:ln>
              <a:solidFill>
                <a:srgbClr val="000000">
                  <a:shade val="90000"/>
                </a:srgbClr>
              </a:solidFill>
              <a:effectLst/>
              <a:uLnTx/>
              <a:uFillTx/>
              <a:latin typeface="Constantia"/>
              <a:ea typeface="+mn-ea"/>
              <a:cs typeface="+mn-cs"/>
            </a:endParaRPr>
          </a:p>
        </p:txBody>
      </p:sp>
    </p:spTree>
    <p:extLst>
      <p:ext uri="{BB962C8B-B14F-4D97-AF65-F5344CB8AC3E}">
        <p14:creationId xmlns:p14="http://schemas.microsoft.com/office/powerpoint/2010/main" val="11899931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71779" y="136525"/>
            <a:ext cx="8229600" cy="1143000"/>
          </a:xfrm>
        </p:spPr>
        <p:txBody>
          <a:bodyPr>
            <a:noAutofit/>
          </a:bodyPr>
          <a:lstStyle/>
          <a:p>
            <a:r>
              <a:rPr lang="fr-FR" sz="2400" dirty="0"/>
              <a:t>2.1 Présentation du bilan au format bancaire</a:t>
            </a:r>
            <a:br>
              <a:rPr lang="fr-FR" sz="4000" dirty="0"/>
            </a:br>
            <a:endParaRPr lang="fr-FR" sz="4000" dirty="0"/>
          </a:p>
        </p:txBody>
      </p:sp>
      <p:sp>
        <p:nvSpPr>
          <p:cNvPr id="3" name="Espace réservé du contenu 2"/>
          <p:cNvSpPr>
            <a:spLocks noGrp="1"/>
          </p:cNvSpPr>
          <p:nvPr>
            <p:ph idx="1"/>
          </p:nvPr>
        </p:nvSpPr>
        <p:spPr>
          <a:xfrm>
            <a:off x="232427" y="987568"/>
            <a:ext cx="8568952" cy="5368782"/>
          </a:xfrm>
        </p:spPr>
        <p:txBody>
          <a:bodyPr>
            <a:normAutofit/>
          </a:bodyPr>
          <a:lstStyle/>
          <a:p>
            <a:pPr algn="just"/>
            <a:r>
              <a:rPr lang="fr-FR" dirty="0"/>
              <a:t>Classe 4 = Les valeurs immobilisées (postes 7 à 15 de l’actif)</a:t>
            </a:r>
          </a:p>
          <a:p>
            <a:pPr algn="just"/>
            <a:endParaRPr lang="fr-FR" dirty="0"/>
          </a:p>
          <a:p>
            <a:pPr lvl="1" algn="just"/>
            <a:r>
              <a:rPr lang="fr-FR" dirty="0"/>
              <a:t>Emplois stables</a:t>
            </a:r>
          </a:p>
          <a:p>
            <a:pPr algn="just"/>
            <a:endParaRPr lang="fr-FR" dirty="0"/>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00000">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fr-FR" sz="1200" b="0" i="0" u="none" strike="noStrike" kern="1200" cap="none" spc="0" normalizeH="0" baseline="0" noProof="0">
              <a:ln>
                <a:noFill/>
              </a:ln>
              <a:solidFill>
                <a:srgbClr val="000000">
                  <a:shade val="90000"/>
                </a:srgbClr>
              </a:solidFill>
              <a:effectLst/>
              <a:uLnTx/>
              <a:uFillTx/>
              <a:latin typeface="Constantia"/>
              <a:ea typeface="+mn-ea"/>
              <a:cs typeface="+mn-cs"/>
            </a:endParaRPr>
          </a:p>
        </p:txBody>
      </p:sp>
    </p:spTree>
    <p:extLst>
      <p:ext uri="{BB962C8B-B14F-4D97-AF65-F5344CB8AC3E}">
        <p14:creationId xmlns:p14="http://schemas.microsoft.com/office/powerpoint/2010/main" val="2878148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71779" y="136525"/>
            <a:ext cx="8229600" cy="1143000"/>
          </a:xfrm>
        </p:spPr>
        <p:txBody>
          <a:bodyPr>
            <a:noAutofit/>
          </a:bodyPr>
          <a:lstStyle/>
          <a:p>
            <a:r>
              <a:rPr lang="fr-FR" sz="2400" dirty="0"/>
              <a:t>2.1 Présentation du bilan au format bancaire</a:t>
            </a:r>
            <a:br>
              <a:rPr lang="fr-FR" sz="4000" dirty="0"/>
            </a:br>
            <a:endParaRPr lang="fr-FR" sz="4000" dirty="0"/>
          </a:p>
        </p:txBody>
      </p:sp>
      <p:sp>
        <p:nvSpPr>
          <p:cNvPr id="3" name="Espace réservé du contenu 2"/>
          <p:cNvSpPr>
            <a:spLocks noGrp="1"/>
          </p:cNvSpPr>
          <p:nvPr>
            <p:ph idx="1"/>
          </p:nvPr>
        </p:nvSpPr>
        <p:spPr>
          <a:xfrm>
            <a:off x="232427" y="987568"/>
            <a:ext cx="8568952" cy="5368782"/>
          </a:xfrm>
        </p:spPr>
        <p:txBody>
          <a:bodyPr>
            <a:normAutofit lnSpcReduction="10000"/>
          </a:bodyPr>
          <a:lstStyle/>
          <a:p>
            <a:pPr algn="just"/>
            <a:r>
              <a:rPr lang="fr-FR" dirty="0"/>
              <a:t>Classe 5 = Les provisions et fonds propres (postes 7 à 17 du passif)</a:t>
            </a:r>
          </a:p>
          <a:p>
            <a:pPr marL="0" indent="0" algn="just">
              <a:buNone/>
            </a:pPr>
            <a:endParaRPr lang="fr-FR" dirty="0"/>
          </a:p>
          <a:p>
            <a:pPr lvl="1" algn="just"/>
            <a:r>
              <a:rPr lang="fr-FR" dirty="0"/>
              <a:t>Provisions pour risques et charges</a:t>
            </a:r>
          </a:p>
          <a:p>
            <a:pPr marL="667512" lvl="2" indent="0" algn="just">
              <a:buNone/>
            </a:pPr>
            <a:endParaRPr lang="fr-FR" dirty="0"/>
          </a:p>
          <a:p>
            <a:pPr marL="667512" lvl="2" indent="0" algn="just">
              <a:buNone/>
            </a:pPr>
            <a:endParaRPr lang="fr-FR" dirty="0"/>
          </a:p>
          <a:p>
            <a:pPr marL="667512" lvl="2" indent="0" algn="just">
              <a:buNone/>
            </a:pPr>
            <a:endParaRPr lang="fr-FR" dirty="0"/>
          </a:p>
          <a:p>
            <a:pPr lvl="1" algn="just"/>
            <a:r>
              <a:rPr lang="fr-FR" dirty="0"/>
              <a:t>Fonds pour risques bancaires et généraux</a:t>
            </a:r>
          </a:p>
          <a:p>
            <a:pPr lvl="2" algn="just"/>
            <a:endParaRPr lang="fr-FR" dirty="0"/>
          </a:p>
          <a:p>
            <a:pPr lvl="2" algn="just"/>
            <a:endParaRPr lang="fr-FR" dirty="0"/>
          </a:p>
          <a:p>
            <a:pPr lvl="1" algn="just"/>
            <a:r>
              <a:rPr lang="fr-FR" dirty="0"/>
              <a:t>Capitaux propres (11 à 17)</a:t>
            </a:r>
          </a:p>
          <a:p>
            <a:pPr lvl="1" algn="just"/>
            <a:endParaRPr lang="fr-FR" dirty="0"/>
          </a:p>
          <a:p>
            <a:pPr lvl="1" algn="just"/>
            <a:r>
              <a:rPr lang="fr-FR" dirty="0"/>
              <a:t>Dettes subordonnées (poste 8)</a:t>
            </a:r>
          </a:p>
          <a:p>
            <a:pPr algn="just"/>
            <a:endParaRPr lang="fr-FR" dirty="0"/>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00000">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fr-FR" sz="1200" b="0" i="0" u="none" strike="noStrike" kern="1200" cap="none" spc="0" normalizeH="0" baseline="0" noProof="0">
              <a:ln>
                <a:noFill/>
              </a:ln>
              <a:solidFill>
                <a:srgbClr val="000000">
                  <a:shade val="90000"/>
                </a:srgbClr>
              </a:solidFill>
              <a:effectLst/>
              <a:uLnTx/>
              <a:uFillTx/>
              <a:latin typeface="Constantia"/>
              <a:ea typeface="+mn-ea"/>
              <a:cs typeface="+mn-cs"/>
            </a:endParaRPr>
          </a:p>
        </p:txBody>
      </p:sp>
    </p:spTree>
    <p:extLst>
      <p:ext uri="{BB962C8B-B14F-4D97-AF65-F5344CB8AC3E}">
        <p14:creationId xmlns:p14="http://schemas.microsoft.com/office/powerpoint/2010/main" val="2011023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8596" y="642918"/>
            <a:ext cx="8229600" cy="1143000"/>
          </a:xfrm>
        </p:spPr>
        <p:txBody>
          <a:bodyPr>
            <a:noAutofit/>
          </a:bodyPr>
          <a:lstStyle/>
          <a:p>
            <a:r>
              <a:rPr lang="fr-FR" sz="2400" dirty="0"/>
              <a:t>Présentation du hors bilan</a:t>
            </a:r>
            <a:br>
              <a:rPr lang="fr-FR" sz="4000" dirty="0"/>
            </a:br>
            <a:endParaRPr lang="fr-FR" sz="4000" dirty="0"/>
          </a:p>
        </p:txBody>
      </p:sp>
      <p:sp>
        <p:nvSpPr>
          <p:cNvPr id="3" name="Espace réservé du contenu 2"/>
          <p:cNvSpPr>
            <a:spLocks noGrp="1"/>
          </p:cNvSpPr>
          <p:nvPr>
            <p:ph idx="1"/>
          </p:nvPr>
        </p:nvSpPr>
        <p:spPr>
          <a:xfrm>
            <a:off x="251520" y="1714488"/>
            <a:ext cx="8568952" cy="4882864"/>
          </a:xfrm>
        </p:spPr>
        <p:txBody>
          <a:bodyPr>
            <a:normAutofit/>
          </a:bodyPr>
          <a:lstStyle/>
          <a:p>
            <a:pPr algn="just"/>
            <a:r>
              <a:rPr lang="fr-FR" dirty="0"/>
              <a:t>Le hors bilan en banque a autant d’importance que le bilan</a:t>
            </a:r>
          </a:p>
          <a:p>
            <a:pPr algn="just">
              <a:buNone/>
            </a:pPr>
            <a:endParaRPr lang="fr-FR" dirty="0"/>
          </a:p>
          <a:p>
            <a:pPr algn="just"/>
            <a:r>
              <a:rPr lang="fr-FR" dirty="0"/>
              <a:t>Il fait état des garanties données ou reçues</a:t>
            </a:r>
          </a:p>
          <a:p>
            <a:pPr algn="just">
              <a:buNone/>
            </a:pPr>
            <a:endParaRPr lang="fr-FR" dirty="0"/>
          </a:p>
          <a:p>
            <a:pPr algn="just"/>
            <a:r>
              <a:rPr lang="fr-FR" dirty="0"/>
              <a:t>Il prend également en compte les engagements qui n’ont pas donnés lieu à un flux de trésorerie</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61</a:t>
            </a:fld>
            <a:endParaRPr lang="fr-F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357290" y="285728"/>
            <a:ext cx="5929354" cy="1143000"/>
          </a:xfrm>
        </p:spPr>
        <p:txBody>
          <a:bodyPr>
            <a:noAutofit/>
          </a:bodyPr>
          <a:lstStyle/>
          <a:p>
            <a:r>
              <a:rPr lang="fr-FR" sz="2400" dirty="0"/>
              <a:t>Présentation du bilan au format bancaire</a:t>
            </a:r>
            <a:br>
              <a:rPr lang="fr-FR" sz="4000" dirty="0"/>
            </a:br>
            <a:endParaRPr lang="fr-FR" sz="4000" dirty="0"/>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62</a:t>
            </a:fld>
            <a:endParaRPr lang="fr-FR"/>
          </a:p>
        </p:txBody>
      </p:sp>
      <p:pic>
        <p:nvPicPr>
          <p:cNvPr id="5" name="Image 4">
            <a:extLst>
              <a:ext uri="{FF2B5EF4-FFF2-40B4-BE49-F238E27FC236}">
                <a16:creationId xmlns:a16="http://schemas.microsoft.com/office/drawing/2014/main" id="{3970F43D-3BA7-1B4D-1089-D09E0690F38A}"/>
              </a:ext>
            </a:extLst>
          </p:cNvPr>
          <p:cNvPicPr>
            <a:picLocks noChangeAspect="1"/>
          </p:cNvPicPr>
          <p:nvPr/>
        </p:nvPicPr>
        <p:blipFill>
          <a:blip r:embed="rId2"/>
          <a:stretch>
            <a:fillRect/>
          </a:stretch>
        </p:blipFill>
        <p:spPr>
          <a:xfrm>
            <a:off x="981530" y="806581"/>
            <a:ext cx="6943269" cy="5430731"/>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00000">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fr-FR" sz="1200" b="0" i="0" u="none" strike="noStrike" kern="1200" cap="none" spc="0" normalizeH="0" baseline="0" noProof="0">
              <a:ln>
                <a:noFill/>
              </a:ln>
              <a:solidFill>
                <a:srgbClr val="000000">
                  <a:shade val="90000"/>
                </a:srgbClr>
              </a:solidFill>
              <a:effectLst/>
              <a:uLnTx/>
              <a:uFillTx/>
              <a:latin typeface="Constantia"/>
              <a:ea typeface="+mn-ea"/>
              <a:cs typeface="+mn-cs"/>
            </a:endParaRPr>
          </a:p>
        </p:txBody>
      </p:sp>
      <p:sp>
        <p:nvSpPr>
          <p:cNvPr id="4" name="ZoneTexte 3"/>
          <p:cNvSpPr txBox="1"/>
          <p:nvPr/>
        </p:nvSpPr>
        <p:spPr>
          <a:xfrm>
            <a:off x="428596" y="714356"/>
            <a:ext cx="8496944" cy="206210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200" b="1" i="0" u="none" strike="noStrike" kern="1200" cap="none" spc="0" normalizeH="0" baseline="0" noProof="0" dirty="0">
                <a:ln>
                  <a:noFill/>
                </a:ln>
                <a:solidFill>
                  <a:schemeClr val="accent1">
                    <a:lumMod val="75000"/>
                  </a:schemeClr>
                </a:solidFill>
                <a:effectLst/>
                <a:uLnTx/>
                <a:uFillTx/>
                <a:latin typeface="Constantia"/>
                <a:ea typeface="+mn-ea"/>
                <a:cs typeface="+mn-cs"/>
              </a:rPr>
              <a:t>Partie 2.2 :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1" i="0" u="none" strike="noStrike" kern="1200" cap="none" spc="0" normalizeH="0" baseline="0" noProof="0" dirty="0">
              <a:ln>
                <a:noFill/>
              </a:ln>
              <a:solidFill>
                <a:schemeClr val="accent1">
                  <a:lumMod val="75000"/>
                </a:schemeClr>
              </a:solidFill>
              <a:effectLst/>
              <a:uLnTx/>
              <a:uFillTx/>
              <a:latin typeface="Constantia"/>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3200" b="1" i="0" u="none" strike="noStrike" kern="1200" cap="none" spc="0" normalizeH="0" baseline="0" noProof="0" dirty="0">
                <a:ln>
                  <a:noFill/>
                </a:ln>
                <a:solidFill>
                  <a:schemeClr val="accent1">
                    <a:lumMod val="75000"/>
                  </a:schemeClr>
                </a:solidFill>
                <a:effectLst/>
                <a:uLnTx/>
                <a:uFillTx/>
                <a:latin typeface="Constantia"/>
                <a:ea typeface="+mn-ea"/>
                <a:cs typeface="+mn-cs"/>
              </a:rPr>
              <a:t>Présentation du compte de résultat selon le format bancaire</a:t>
            </a:r>
          </a:p>
        </p:txBody>
      </p:sp>
      <p:sp>
        <p:nvSpPr>
          <p:cNvPr id="8" name="Rectangle 7"/>
          <p:cNvSpPr/>
          <p:nvPr/>
        </p:nvSpPr>
        <p:spPr>
          <a:xfrm>
            <a:off x="1214414" y="5357826"/>
            <a:ext cx="6715172" cy="369332"/>
          </a:xfrm>
          <a:prstGeom prst="rect">
            <a:avLst/>
          </a:prstGeom>
        </p:spPr>
        <p:txBody>
          <a:bodyPr wrap="square">
            <a:spAutoFit/>
          </a:bodyPr>
          <a:lstStyle/>
          <a:p>
            <a:pPr algn="ctr"/>
            <a:r>
              <a:rPr lang="fr-FR" b="1" dirty="0">
                <a:solidFill>
                  <a:schemeClr val="accent1">
                    <a:lumMod val="75000"/>
                  </a:schemeClr>
                </a:solidFill>
              </a:rPr>
              <a:t>INSEEC, Finance d’Entreprise et Ingénierie Financière</a:t>
            </a:r>
          </a:p>
        </p:txBody>
      </p:sp>
      <p:pic>
        <p:nvPicPr>
          <p:cNvPr id="7" name="Image 6">
            <a:extLst>
              <a:ext uri="{FF2B5EF4-FFF2-40B4-BE49-F238E27FC236}">
                <a16:creationId xmlns:a16="http://schemas.microsoft.com/office/drawing/2014/main" id="{1BA822E5-64B2-4CF0-841C-FDB3BB4C964A}"/>
              </a:ext>
            </a:extLst>
          </p:cNvPr>
          <p:cNvPicPr>
            <a:picLocks noChangeAspect="1"/>
          </p:cNvPicPr>
          <p:nvPr/>
        </p:nvPicPr>
        <p:blipFill>
          <a:blip r:embed="rId2"/>
          <a:stretch>
            <a:fillRect/>
          </a:stretch>
        </p:blipFill>
        <p:spPr>
          <a:xfrm>
            <a:off x="3086100" y="3449568"/>
            <a:ext cx="2971800" cy="962025"/>
          </a:xfrm>
          <a:prstGeom prst="rect">
            <a:avLst/>
          </a:prstGeom>
        </p:spPr>
      </p:pic>
    </p:spTree>
    <p:extLst>
      <p:ext uri="{BB962C8B-B14F-4D97-AF65-F5344CB8AC3E}">
        <p14:creationId xmlns:p14="http://schemas.microsoft.com/office/powerpoint/2010/main" val="14870608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8596" y="642918"/>
            <a:ext cx="8229600" cy="1143000"/>
          </a:xfrm>
        </p:spPr>
        <p:txBody>
          <a:bodyPr>
            <a:noAutofit/>
          </a:bodyPr>
          <a:lstStyle/>
          <a:p>
            <a:r>
              <a:rPr lang="fr-FR" sz="2400" dirty="0"/>
              <a:t>Présentation du compte de résultat</a:t>
            </a:r>
            <a:br>
              <a:rPr lang="fr-FR" sz="4000" dirty="0"/>
            </a:br>
            <a:endParaRPr lang="fr-FR" sz="4000" dirty="0"/>
          </a:p>
        </p:txBody>
      </p:sp>
      <p:sp>
        <p:nvSpPr>
          <p:cNvPr id="3" name="Espace réservé du contenu 2"/>
          <p:cNvSpPr>
            <a:spLocks noGrp="1"/>
          </p:cNvSpPr>
          <p:nvPr>
            <p:ph idx="1"/>
          </p:nvPr>
        </p:nvSpPr>
        <p:spPr>
          <a:xfrm>
            <a:off x="251520" y="1714488"/>
            <a:ext cx="8568952" cy="4882864"/>
          </a:xfrm>
        </p:spPr>
        <p:txBody>
          <a:bodyPr>
            <a:normAutofit fontScale="92500" lnSpcReduction="10000"/>
          </a:bodyPr>
          <a:lstStyle/>
          <a:p>
            <a:pPr algn="just"/>
            <a:r>
              <a:rPr lang="fr-FR" dirty="0"/>
              <a:t>PNB = Produits d’exploitation du centre bancaire – Charges d’exploitation du centre bancaire</a:t>
            </a:r>
          </a:p>
          <a:p>
            <a:pPr lvl="1" algn="just"/>
            <a:r>
              <a:rPr lang="fr-FR" dirty="0"/>
              <a:t>La composante intérêt (PNI) : postes 1 à 7</a:t>
            </a:r>
          </a:p>
          <a:p>
            <a:pPr lvl="1" algn="just"/>
            <a:r>
              <a:rPr lang="fr-FR" dirty="0"/>
              <a:t>La composante commission (PNC) : postes 8 et 9</a:t>
            </a:r>
          </a:p>
          <a:p>
            <a:pPr lvl="1" algn="just"/>
            <a:r>
              <a:rPr lang="fr-FR" dirty="0"/>
              <a:t>La composante plus ou moins value : postes 10 à 11 : plus ou moins value de cession sur des titres </a:t>
            </a:r>
          </a:p>
          <a:p>
            <a:pPr lvl="1" algn="just"/>
            <a:r>
              <a:rPr lang="fr-FR" dirty="0"/>
              <a:t>La composante « autres » : postes 12 et 13</a:t>
            </a:r>
          </a:p>
          <a:p>
            <a:pPr marL="393192" lvl="1" indent="0" algn="just">
              <a:buNone/>
            </a:pPr>
            <a:r>
              <a:rPr lang="fr-FR" i="1" dirty="0"/>
              <a:t>Il se peut dans certaines présentations que l’activité assurance soit présentée « à part »</a:t>
            </a:r>
          </a:p>
          <a:p>
            <a:pPr marL="393192" lvl="1" indent="0" algn="just">
              <a:buNone/>
            </a:pPr>
            <a:endParaRPr lang="fr-FR" dirty="0"/>
          </a:p>
          <a:p>
            <a:pPr algn="just"/>
            <a:r>
              <a:rPr lang="fr-FR" dirty="0"/>
              <a:t>RBE = PNB – CGE - DAP</a:t>
            </a:r>
          </a:p>
          <a:p>
            <a:pPr lvl="1" algn="just"/>
            <a:r>
              <a:rPr lang="fr-FR" dirty="0"/>
              <a:t>CGE = </a:t>
            </a:r>
          </a:p>
          <a:p>
            <a:pPr lvl="1" algn="just"/>
            <a:r>
              <a:rPr lang="fr-FR" dirty="0"/>
              <a:t>DAP =</a:t>
            </a:r>
          </a:p>
          <a:p>
            <a:pPr lvl="1" algn="just"/>
            <a:endParaRPr lang="fr-FR" dirty="0"/>
          </a:p>
          <a:p>
            <a:pPr lvl="1" algn="just"/>
            <a:endParaRPr lang="fr-FR" dirty="0"/>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00000">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fr-FR" sz="1200" b="0" i="0" u="none" strike="noStrike" kern="1200" cap="none" spc="0" normalizeH="0" baseline="0" noProof="0">
              <a:ln>
                <a:noFill/>
              </a:ln>
              <a:solidFill>
                <a:srgbClr val="000000">
                  <a:shade val="90000"/>
                </a:srgbClr>
              </a:solidFill>
              <a:effectLst/>
              <a:uLnTx/>
              <a:uFillTx/>
              <a:latin typeface="Constantia"/>
              <a:ea typeface="+mn-ea"/>
              <a:cs typeface="+mn-cs"/>
            </a:endParaRPr>
          </a:p>
        </p:txBody>
      </p:sp>
    </p:spTree>
    <p:extLst>
      <p:ext uri="{BB962C8B-B14F-4D97-AF65-F5344CB8AC3E}">
        <p14:creationId xmlns:p14="http://schemas.microsoft.com/office/powerpoint/2010/main" val="10244871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8596" y="642918"/>
            <a:ext cx="8229600" cy="1143000"/>
          </a:xfrm>
        </p:spPr>
        <p:txBody>
          <a:bodyPr>
            <a:noAutofit/>
          </a:bodyPr>
          <a:lstStyle/>
          <a:p>
            <a:r>
              <a:rPr lang="fr-FR" sz="2400" dirty="0"/>
              <a:t>Présentation du compte de résultat</a:t>
            </a:r>
            <a:br>
              <a:rPr lang="fr-FR" sz="4000" dirty="0"/>
            </a:br>
            <a:endParaRPr lang="fr-FR" sz="4000" dirty="0"/>
          </a:p>
        </p:txBody>
      </p:sp>
      <p:sp>
        <p:nvSpPr>
          <p:cNvPr id="3" name="Espace réservé du contenu 2"/>
          <p:cNvSpPr>
            <a:spLocks noGrp="1"/>
          </p:cNvSpPr>
          <p:nvPr>
            <p:ph idx="1"/>
          </p:nvPr>
        </p:nvSpPr>
        <p:spPr>
          <a:xfrm>
            <a:off x="251520" y="1714488"/>
            <a:ext cx="8568952" cy="4882864"/>
          </a:xfrm>
        </p:spPr>
        <p:txBody>
          <a:bodyPr>
            <a:normAutofit/>
          </a:bodyPr>
          <a:lstStyle/>
          <a:p>
            <a:pPr algn="just"/>
            <a:r>
              <a:rPr lang="fr-FR" dirty="0"/>
              <a:t>REX = RBE – Coût du risque</a:t>
            </a:r>
          </a:p>
          <a:p>
            <a:pPr lvl="1" algn="just"/>
            <a:r>
              <a:rPr lang="fr-FR" dirty="0"/>
              <a:t>Le coût du risque est fonction des encours détenus sur des clients douteux</a:t>
            </a:r>
          </a:p>
          <a:p>
            <a:pPr marL="393192" lvl="1" indent="0" algn="just">
              <a:buNone/>
            </a:pPr>
            <a:endParaRPr lang="fr-FR" dirty="0"/>
          </a:p>
          <a:p>
            <a:pPr lvl="1" algn="just"/>
            <a:r>
              <a:rPr lang="fr-FR" dirty="0"/>
              <a:t>Encours douteux</a:t>
            </a:r>
          </a:p>
          <a:p>
            <a:pPr marL="667512" lvl="2" indent="0" algn="just">
              <a:buNone/>
            </a:pPr>
            <a:endParaRPr lang="fr-FR" dirty="0"/>
          </a:p>
          <a:p>
            <a:pPr marL="667512" lvl="2" indent="0" algn="just">
              <a:buNone/>
            </a:pPr>
            <a:endParaRPr lang="fr-FR" dirty="0"/>
          </a:p>
          <a:p>
            <a:pPr marL="667512" lvl="2" indent="0" algn="just">
              <a:buNone/>
            </a:pPr>
            <a:endParaRPr lang="fr-FR" dirty="0"/>
          </a:p>
          <a:p>
            <a:pPr lvl="2" algn="just"/>
            <a:endParaRPr lang="fr-FR" dirty="0"/>
          </a:p>
          <a:p>
            <a:pPr lvl="1" algn="just"/>
            <a:endParaRPr lang="fr-FR" dirty="0"/>
          </a:p>
          <a:p>
            <a:pPr lvl="1" algn="just"/>
            <a:endParaRPr lang="fr-FR" dirty="0"/>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00000">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fr-FR" sz="1200" b="0" i="0" u="none" strike="noStrike" kern="1200" cap="none" spc="0" normalizeH="0" baseline="0" noProof="0">
              <a:ln>
                <a:noFill/>
              </a:ln>
              <a:solidFill>
                <a:srgbClr val="000000">
                  <a:shade val="90000"/>
                </a:srgbClr>
              </a:solidFill>
              <a:effectLst/>
              <a:uLnTx/>
              <a:uFillTx/>
              <a:latin typeface="Constantia"/>
              <a:ea typeface="+mn-ea"/>
              <a:cs typeface="+mn-cs"/>
            </a:endParaRPr>
          </a:p>
        </p:txBody>
      </p:sp>
    </p:spTree>
    <p:extLst>
      <p:ext uri="{BB962C8B-B14F-4D97-AF65-F5344CB8AC3E}">
        <p14:creationId xmlns:p14="http://schemas.microsoft.com/office/powerpoint/2010/main" val="2962900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8596" y="642918"/>
            <a:ext cx="8229600" cy="1143000"/>
          </a:xfrm>
        </p:spPr>
        <p:txBody>
          <a:bodyPr>
            <a:noAutofit/>
          </a:bodyPr>
          <a:lstStyle/>
          <a:p>
            <a:r>
              <a:rPr lang="fr-FR" sz="2400" dirty="0"/>
              <a:t>Présentation du compte de résultat</a:t>
            </a:r>
            <a:br>
              <a:rPr lang="fr-FR" sz="4000" dirty="0"/>
            </a:br>
            <a:endParaRPr lang="fr-FR" sz="4000" dirty="0"/>
          </a:p>
        </p:txBody>
      </p:sp>
      <p:sp>
        <p:nvSpPr>
          <p:cNvPr id="3" name="Espace réservé du contenu 2"/>
          <p:cNvSpPr>
            <a:spLocks noGrp="1"/>
          </p:cNvSpPr>
          <p:nvPr>
            <p:ph idx="1"/>
          </p:nvPr>
        </p:nvSpPr>
        <p:spPr>
          <a:xfrm>
            <a:off x="251520" y="1714488"/>
            <a:ext cx="8568952" cy="4882864"/>
          </a:xfrm>
        </p:spPr>
        <p:txBody>
          <a:bodyPr>
            <a:normAutofit/>
          </a:bodyPr>
          <a:lstStyle/>
          <a:p>
            <a:pPr algn="just"/>
            <a:r>
              <a:rPr lang="fr-FR" dirty="0"/>
              <a:t>RCAI = REX – Gain ou Perte sur actifs immobilisés</a:t>
            </a:r>
          </a:p>
          <a:p>
            <a:pPr lvl="2" algn="just"/>
            <a:endParaRPr lang="fr-FR" dirty="0"/>
          </a:p>
          <a:p>
            <a:pPr lvl="2" algn="just"/>
            <a:endParaRPr lang="fr-FR" dirty="0"/>
          </a:p>
          <a:p>
            <a:pPr lvl="1" algn="just"/>
            <a:endParaRPr lang="fr-FR" dirty="0"/>
          </a:p>
          <a:p>
            <a:pPr algn="just"/>
            <a:r>
              <a:rPr lang="fr-FR" dirty="0"/>
              <a:t>RN = RCAI – Résultat exceptionnel</a:t>
            </a:r>
          </a:p>
          <a:p>
            <a:pPr algn="just"/>
            <a:endParaRPr lang="fr-FR" dirty="0"/>
          </a:p>
          <a:p>
            <a:pPr algn="just"/>
            <a:r>
              <a:rPr lang="fr-FR" dirty="0"/>
              <a:t>Annexe : fait apparaitre les positions prises sur les marchés dérivés qui ne figurent pas dans le hors bilan</a:t>
            </a:r>
          </a:p>
          <a:p>
            <a:pPr lvl="1" algn="just"/>
            <a:endParaRPr lang="fr-FR" dirty="0"/>
          </a:p>
        </p:txBody>
      </p:sp>
      <p:sp>
        <p:nvSpPr>
          <p:cNvPr id="4" name="Espace réservé du numéro de diapositive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991C9-18F4-4D2B-A030-BA7B1F5F6083}" type="slidenum">
              <a:rPr kumimoji="0" lang="fr-FR" sz="1200" b="0" i="0" u="none" strike="noStrike" kern="1200" cap="none" spc="0" normalizeH="0" baseline="0" noProof="0" smtClean="0">
                <a:ln>
                  <a:noFill/>
                </a:ln>
                <a:solidFill>
                  <a:srgbClr val="000000">
                    <a:shade val="90000"/>
                  </a:srgbClr>
                </a:solidFill>
                <a:effectLst/>
                <a:uLnTx/>
                <a:uFillTx/>
                <a:latin typeface="Constanti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fr-FR" sz="1200" b="0" i="0" u="none" strike="noStrike" kern="1200" cap="none" spc="0" normalizeH="0" baseline="0" noProof="0">
              <a:ln>
                <a:noFill/>
              </a:ln>
              <a:solidFill>
                <a:srgbClr val="000000">
                  <a:shade val="90000"/>
                </a:srgbClr>
              </a:solidFill>
              <a:effectLst/>
              <a:uLnTx/>
              <a:uFillTx/>
              <a:latin typeface="Constantia"/>
              <a:ea typeface="+mn-ea"/>
              <a:cs typeface="+mn-cs"/>
            </a:endParaRPr>
          </a:p>
        </p:txBody>
      </p:sp>
    </p:spTree>
    <p:extLst>
      <p:ext uri="{BB962C8B-B14F-4D97-AF65-F5344CB8AC3E}">
        <p14:creationId xmlns:p14="http://schemas.microsoft.com/office/powerpoint/2010/main" val="34798403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8596" y="285728"/>
            <a:ext cx="8305800" cy="1143000"/>
          </a:xfrm>
        </p:spPr>
        <p:txBody>
          <a:bodyPr>
            <a:noAutofit/>
          </a:bodyPr>
          <a:lstStyle/>
          <a:p>
            <a:r>
              <a:rPr lang="fr-FR" sz="2400" dirty="0"/>
              <a:t>Présentation du compte de résultat au format bancaire</a:t>
            </a:r>
            <a:br>
              <a:rPr lang="fr-FR" sz="4000" dirty="0"/>
            </a:br>
            <a:endParaRPr lang="fr-FR" sz="4000" dirty="0"/>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67</a:t>
            </a:fld>
            <a:endParaRPr lang="fr-FR"/>
          </a:p>
        </p:txBody>
      </p:sp>
      <p:pic>
        <p:nvPicPr>
          <p:cNvPr id="5" name="Image 4">
            <a:extLst>
              <a:ext uri="{FF2B5EF4-FFF2-40B4-BE49-F238E27FC236}">
                <a16:creationId xmlns:a16="http://schemas.microsoft.com/office/drawing/2014/main" id="{F7279CE4-2A5D-1000-BE88-D6B16C34AECF}"/>
              </a:ext>
            </a:extLst>
          </p:cNvPr>
          <p:cNvPicPr>
            <a:picLocks noChangeAspect="1"/>
          </p:cNvPicPr>
          <p:nvPr/>
        </p:nvPicPr>
        <p:blipFill>
          <a:blip r:embed="rId2"/>
          <a:stretch>
            <a:fillRect/>
          </a:stretch>
        </p:blipFill>
        <p:spPr>
          <a:xfrm>
            <a:off x="1633319" y="1014412"/>
            <a:ext cx="5196106" cy="555786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numéro de diapositive 5"/>
          <p:cNvSpPr>
            <a:spLocks noGrp="1"/>
          </p:cNvSpPr>
          <p:nvPr>
            <p:ph type="sldNum" sz="quarter" idx="12"/>
          </p:nvPr>
        </p:nvSpPr>
        <p:spPr/>
        <p:txBody>
          <a:bodyPr/>
          <a:lstStyle/>
          <a:p>
            <a:fld id="{4D4991C9-18F4-4D2B-A030-BA7B1F5F6083}" type="slidenum">
              <a:rPr lang="fr-FR" smtClean="0"/>
              <a:pPr/>
              <a:t>68</a:t>
            </a:fld>
            <a:endParaRPr lang="fr-FR"/>
          </a:p>
        </p:txBody>
      </p:sp>
      <p:sp>
        <p:nvSpPr>
          <p:cNvPr id="4" name="ZoneTexte 3"/>
          <p:cNvSpPr txBox="1"/>
          <p:nvPr/>
        </p:nvSpPr>
        <p:spPr>
          <a:xfrm>
            <a:off x="428596" y="714356"/>
            <a:ext cx="8496944" cy="2554545"/>
          </a:xfrm>
          <a:prstGeom prst="rect">
            <a:avLst/>
          </a:prstGeom>
          <a:noFill/>
        </p:spPr>
        <p:txBody>
          <a:bodyPr wrap="square" rtlCol="0">
            <a:spAutoFit/>
          </a:bodyPr>
          <a:lstStyle/>
          <a:p>
            <a:pPr algn="ctr"/>
            <a:r>
              <a:rPr lang="fr-FR" sz="3200" b="1" dirty="0">
                <a:solidFill>
                  <a:schemeClr val="accent1">
                    <a:lumMod val="75000"/>
                  </a:schemeClr>
                </a:solidFill>
              </a:rPr>
              <a:t>Partie 2.3 : Diagnostic Financier</a:t>
            </a:r>
          </a:p>
          <a:p>
            <a:pPr algn="ctr"/>
            <a:endParaRPr lang="fr-FR" sz="3200" b="1" dirty="0">
              <a:solidFill>
                <a:schemeClr val="accent1">
                  <a:lumMod val="75000"/>
                </a:schemeClr>
              </a:solidFill>
            </a:endParaRPr>
          </a:p>
          <a:p>
            <a:pPr algn="ctr"/>
            <a:r>
              <a:rPr lang="fr-FR" sz="3200" b="1" dirty="0">
                <a:solidFill>
                  <a:schemeClr val="accent1">
                    <a:lumMod val="75000"/>
                  </a:schemeClr>
                </a:solidFill>
              </a:rPr>
              <a:t>A. Principes</a:t>
            </a:r>
          </a:p>
          <a:p>
            <a:pPr algn="ctr"/>
            <a:r>
              <a:rPr lang="fr-FR" sz="3200" b="1" dirty="0">
                <a:solidFill>
                  <a:schemeClr val="accent1">
                    <a:lumMod val="75000"/>
                  </a:schemeClr>
                </a:solidFill>
              </a:rPr>
              <a:t>B. Etude de cas : Analyse Bilan et CR de la Société Générale</a:t>
            </a:r>
          </a:p>
        </p:txBody>
      </p:sp>
      <p:sp>
        <p:nvSpPr>
          <p:cNvPr id="8" name="Rectangle 7"/>
          <p:cNvSpPr/>
          <p:nvPr/>
        </p:nvSpPr>
        <p:spPr>
          <a:xfrm>
            <a:off x="1214414" y="5357826"/>
            <a:ext cx="6715172" cy="369332"/>
          </a:xfrm>
          <a:prstGeom prst="rect">
            <a:avLst/>
          </a:prstGeom>
        </p:spPr>
        <p:txBody>
          <a:bodyPr wrap="square">
            <a:spAutoFit/>
          </a:bodyPr>
          <a:lstStyle/>
          <a:p>
            <a:pPr algn="ctr"/>
            <a:r>
              <a:rPr lang="fr-FR" b="1" dirty="0">
                <a:solidFill>
                  <a:schemeClr val="tx2">
                    <a:lumMod val="75000"/>
                  </a:schemeClr>
                </a:solidFill>
              </a:rPr>
              <a:t>INSEEC, Finance d’Entreprise et Ingénierie Financière</a:t>
            </a:r>
          </a:p>
        </p:txBody>
      </p:sp>
      <p:pic>
        <p:nvPicPr>
          <p:cNvPr id="7" name="Image 6">
            <a:extLst>
              <a:ext uri="{FF2B5EF4-FFF2-40B4-BE49-F238E27FC236}">
                <a16:creationId xmlns:a16="http://schemas.microsoft.com/office/drawing/2014/main" id="{9C36F2A5-F369-43EF-879D-16E53A3CC20B}"/>
              </a:ext>
            </a:extLst>
          </p:cNvPr>
          <p:cNvPicPr>
            <a:picLocks noChangeAspect="1"/>
          </p:cNvPicPr>
          <p:nvPr/>
        </p:nvPicPr>
        <p:blipFill>
          <a:blip r:embed="rId2"/>
          <a:stretch>
            <a:fillRect/>
          </a:stretch>
        </p:blipFill>
        <p:spPr>
          <a:xfrm>
            <a:off x="3191168" y="3429000"/>
            <a:ext cx="2971800" cy="96202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8596" y="642918"/>
            <a:ext cx="8229600" cy="1143000"/>
          </a:xfrm>
        </p:spPr>
        <p:txBody>
          <a:bodyPr>
            <a:noAutofit/>
          </a:bodyPr>
          <a:lstStyle/>
          <a:p>
            <a:r>
              <a:rPr lang="fr-FR" sz="2400" dirty="0"/>
              <a:t>A. Diagnostic Financier : Principes</a:t>
            </a:r>
            <a:br>
              <a:rPr lang="fr-FR" sz="4000" dirty="0"/>
            </a:br>
            <a:endParaRPr lang="fr-FR" sz="4000" dirty="0"/>
          </a:p>
        </p:txBody>
      </p:sp>
      <p:sp>
        <p:nvSpPr>
          <p:cNvPr id="3" name="Espace réservé du contenu 2"/>
          <p:cNvSpPr>
            <a:spLocks noGrp="1"/>
          </p:cNvSpPr>
          <p:nvPr>
            <p:ph idx="1"/>
          </p:nvPr>
        </p:nvSpPr>
        <p:spPr>
          <a:xfrm>
            <a:off x="258920" y="1332218"/>
            <a:ext cx="8568952" cy="4882864"/>
          </a:xfrm>
        </p:spPr>
        <p:txBody>
          <a:bodyPr>
            <a:noAutofit/>
          </a:bodyPr>
          <a:lstStyle/>
          <a:p>
            <a:pPr algn="just"/>
            <a:r>
              <a:rPr lang="fr-FR" sz="2400" dirty="0"/>
              <a:t>Etude du bilan</a:t>
            </a:r>
          </a:p>
          <a:p>
            <a:pPr lvl="1" algn="just"/>
            <a:r>
              <a:rPr lang="fr-FR" sz="2200" dirty="0"/>
              <a:t>Total bilan : taille du groupe</a:t>
            </a:r>
          </a:p>
          <a:p>
            <a:pPr lvl="2" algn="just"/>
            <a:r>
              <a:rPr lang="fr-FR" sz="1900" dirty="0"/>
              <a:t>Limite : ne tient pas compte du hors bilan</a:t>
            </a:r>
          </a:p>
          <a:p>
            <a:pPr lvl="1" algn="just"/>
            <a:r>
              <a:rPr lang="fr-FR" sz="2200" dirty="0"/>
              <a:t>Montant des capitaux propres : solidité financière de l’établissement (</a:t>
            </a:r>
            <a:r>
              <a:rPr lang="fr-FR" sz="2200" dirty="0" err="1"/>
              <a:t>cf</a:t>
            </a:r>
            <a:r>
              <a:rPr lang="fr-FR" sz="2200" dirty="0"/>
              <a:t> </a:t>
            </a:r>
            <a:r>
              <a:rPr lang="fr-FR" sz="2200" dirty="0" err="1"/>
              <a:t>chap</a:t>
            </a:r>
            <a:r>
              <a:rPr lang="fr-FR" sz="2200" dirty="0"/>
              <a:t> 1,3 = Bâle)</a:t>
            </a:r>
          </a:p>
          <a:p>
            <a:pPr lvl="1" algn="just"/>
            <a:r>
              <a:rPr lang="fr-FR" sz="2200" dirty="0"/>
              <a:t>Capitalisation boursière : valeur de la banque sur les marchés</a:t>
            </a:r>
          </a:p>
          <a:p>
            <a:pPr lvl="1" algn="just"/>
            <a:endParaRPr lang="fr-FR" sz="2200" dirty="0"/>
          </a:p>
          <a:p>
            <a:pPr algn="just"/>
            <a:r>
              <a:rPr lang="fr-FR" sz="2400" dirty="0"/>
              <a:t>Etude du bilan et des risques (</a:t>
            </a:r>
            <a:r>
              <a:rPr lang="fr-FR" sz="2400" dirty="0" err="1"/>
              <a:t>cf</a:t>
            </a:r>
            <a:r>
              <a:rPr lang="fr-FR" sz="2400" dirty="0"/>
              <a:t> </a:t>
            </a:r>
            <a:r>
              <a:rPr lang="fr-FR" sz="2400" dirty="0" err="1"/>
              <a:t>chap</a:t>
            </a:r>
            <a:r>
              <a:rPr lang="fr-FR" sz="2400" dirty="0"/>
              <a:t> 1,2)</a:t>
            </a:r>
          </a:p>
          <a:p>
            <a:pPr lvl="1" algn="just"/>
            <a:r>
              <a:rPr lang="fr-FR" sz="2200" dirty="0"/>
              <a:t>Risque de contrepartie</a:t>
            </a:r>
          </a:p>
          <a:p>
            <a:pPr lvl="2" algn="just"/>
            <a:r>
              <a:rPr lang="fr-FR" sz="1900" dirty="0"/>
              <a:t>Profil risque du client (</a:t>
            </a:r>
            <a:r>
              <a:rPr lang="fr-FR" sz="1900" dirty="0" err="1"/>
              <a:t>scoring</a:t>
            </a:r>
            <a:r>
              <a:rPr lang="fr-FR" sz="1900" dirty="0"/>
              <a:t>)</a:t>
            </a:r>
          </a:p>
          <a:p>
            <a:pPr lvl="2" algn="just"/>
            <a:r>
              <a:rPr lang="fr-FR" sz="1900" dirty="0"/>
              <a:t>Analyse de la qualité des emprunteurs et des garanties</a:t>
            </a:r>
          </a:p>
          <a:p>
            <a:pPr lvl="1" algn="just"/>
            <a:endParaRPr lang="fr-FR" sz="2200" dirty="0"/>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69</a:t>
            </a:fld>
            <a:endParaRPr lang="fr-FR"/>
          </a:p>
        </p:txBody>
      </p:sp>
    </p:spTree>
    <p:extLst>
      <p:ext uri="{BB962C8B-B14F-4D97-AF65-F5344CB8AC3E}">
        <p14:creationId xmlns:p14="http://schemas.microsoft.com/office/powerpoint/2010/main" val="27371307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8596" y="642918"/>
            <a:ext cx="8229600" cy="1143000"/>
          </a:xfrm>
        </p:spPr>
        <p:txBody>
          <a:bodyPr>
            <a:noAutofit/>
          </a:bodyPr>
          <a:lstStyle/>
          <a:p>
            <a:r>
              <a:rPr lang="fr-FR" sz="2400" dirty="0"/>
              <a:t>B. Diagnostic Financier : Principes</a:t>
            </a:r>
            <a:br>
              <a:rPr lang="fr-FR" sz="4000" dirty="0"/>
            </a:br>
            <a:endParaRPr lang="fr-FR" sz="4000" dirty="0"/>
          </a:p>
        </p:txBody>
      </p:sp>
      <p:sp>
        <p:nvSpPr>
          <p:cNvPr id="3" name="Espace réservé du contenu 2"/>
          <p:cNvSpPr>
            <a:spLocks noGrp="1"/>
          </p:cNvSpPr>
          <p:nvPr>
            <p:ph idx="1"/>
          </p:nvPr>
        </p:nvSpPr>
        <p:spPr>
          <a:xfrm>
            <a:off x="258920" y="1332218"/>
            <a:ext cx="8568952" cy="4882864"/>
          </a:xfrm>
        </p:spPr>
        <p:txBody>
          <a:bodyPr>
            <a:noAutofit/>
          </a:bodyPr>
          <a:lstStyle/>
          <a:p>
            <a:pPr algn="just"/>
            <a:r>
              <a:rPr lang="fr-FR" sz="2400" dirty="0"/>
              <a:t>Etude du compte de résultat</a:t>
            </a:r>
          </a:p>
          <a:p>
            <a:pPr lvl="1" algn="just"/>
            <a:r>
              <a:rPr lang="fr-FR" sz="2200" dirty="0"/>
              <a:t>PNB = VA de l’établissement de crédit</a:t>
            </a:r>
          </a:p>
          <a:p>
            <a:pPr lvl="1" algn="just"/>
            <a:r>
              <a:rPr lang="fr-FR" sz="2200" dirty="0"/>
              <a:t>RBE = Bénéfice qui se dégage de l’activité courante après prise en compte des coûts de fonctionnement</a:t>
            </a:r>
          </a:p>
          <a:p>
            <a:pPr lvl="1" algn="just"/>
            <a:r>
              <a:rPr lang="fr-FR" sz="2200" dirty="0"/>
              <a:t>REX = Tient compte du risque de contrepartie</a:t>
            </a:r>
          </a:p>
          <a:p>
            <a:pPr lvl="1" algn="just"/>
            <a:r>
              <a:rPr lang="fr-FR" sz="2200" dirty="0"/>
              <a:t>RCAI = Tient compte des cessions d’immobilisations</a:t>
            </a:r>
          </a:p>
          <a:p>
            <a:pPr lvl="1" algn="just"/>
            <a:r>
              <a:rPr lang="fr-FR" sz="2200" dirty="0"/>
              <a:t>RN = tient compte de l’exceptionnel</a:t>
            </a:r>
          </a:p>
          <a:p>
            <a:pPr lvl="1" algn="just"/>
            <a:endParaRPr lang="fr-FR" sz="2200" dirty="0"/>
          </a:p>
          <a:p>
            <a:pPr lvl="1" algn="just"/>
            <a:r>
              <a:rPr lang="fr-FR" sz="2200" dirty="0"/>
              <a:t>Coefficient d’exploitation</a:t>
            </a:r>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70</a:t>
            </a:fld>
            <a:endParaRPr lang="fr-FR"/>
          </a:p>
        </p:txBody>
      </p:sp>
    </p:spTree>
    <p:extLst>
      <p:ext uri="{BB962C8B-B14F-4D97-AF65-F5344CB8AC3E}">
        <p14:creationId xmlns:p14="http://schemas.microsoft.com/office/powerpoint/2010/main" val="10103976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8596" y="642918"/>
            <a:ext cx="8229600" cy="1143000"/>
          </a:xfrm>
        </p:spPr>
        <p:txBody>
          <a:bodyPr>
            <a:noAutofit/>
          </a:bodyPr>
          <a:lstStyle/>
          <a:p>
            <a:r>
              <a:rPr lang="fr-FR" sz="2400" dirty="0"/>
              <a:t>B. Diagnostic Financier : Principes</a:t>
            </a:r>
            <a:br>
              <a:rPr lang="fr-FR" sz="4000" dirty="0"/>
            </a:br>
            <a:endParaRPr lang="fr-FR" sz="4000" dirty="0"/>
          </a:p>
        </p:txBody>
      </p:sp>
      <p:sp>
        <p:nvSpPr>
          <p:cNvPr id="3" name="Espace réservé du contenu 2"/>
          <p:cNvSpPr>
            <a:spLocks noGrp="1"/>
          </p:cNvSpPr>
          <p:nvPr>
            <p:ph idx="1"/>
          </p:nvPr>
        </p:nvSpPr>
        <p:spPr>
          <a:xfrm>
            <a:off x="258920" y="1332218"/>
            <a:ext cx="8568952" cy="5193126"/>
          </a:xfrm>
        </p:spPr>
        <p:txBody>
          <a:bodyPr>
            <a:noAutofit/>
          </a:bodyPr>
          <a:lstStyle/>
          <a:p>
            <a:pPr algn="just"/>
            <a:r>
              <a:rPr lang="fr-FR" sz="1600" dirty="0"/>
              <a:t>Etude du compte de résultat</a:t>
            </a:r>
          </a:p>
          <a:p>
            <a:pPr algn="just"/>
            <a:endParaRPr lang="fr-FR" sz="1600" dirty="0"/>
          </a:p>
          <a:p>
            <a:pPr lvl="1" algn="just"/>
            <a:r>
              <a:rPr lang="fr-FR" sz="1600" dirty="0"/>
              <a:t>Ratios de productivité par collaborateurs</a:t>
            </a:r>
          </a:p>
          <a:p>
            <a:pPr lvl="1" algn="just"/>
            <a:endParaRPr lang="fr-FR" sz="1600" dirty="0"/>
          </a:p>
          <a:p>
            <a:pPr lvl="2" algn="just"/>
            <a:endParaRPr lang="fr-FR" sz="1600" dirty="0"/>
          </a:p>
          <a:p>
            <a:pPr lvl="1" algn="just"/>
            <a:r>
              <a:rPr lang="fr-FR" sz="1600" dirty="0"/>
              <a:t>Ratios de productivité par agence</a:t>
            </a:r>
          </a:p>
          <a:p>
            <a:pPr lvl="1" algn="just"/>
            <a:endParaRPr lang="fr-FR" sz="1600" dirty="0"/>
          </a:p>
          <a:p>
            <a:pPr lvl="2" algn="just"/>
            <a:endParaRPr lang="fr-FR" sz="1600" dirty="0"/>
          </a:p>
          <a:p>
            <a:pPr lvl="1" algn="just"/>
            <a:r>
              <a:rPr lang="fr-FR" sz="1600" dirty="0"/>
              <a:t>Ratios de rendement (indicateur de bilan et de compte de </a:t>
            </a:r>
            <a:r>
              <a:rPr lang="fr-FR" sz="1600"/>
              <a:t>résultat)</a:t>
            </a:r>
            <a:endParaRPr lang="fr-FR" sz="1600" dirty="0"/>
          </a:p>
          <a:p>
            <a:pPr lvl="1" algn="just"/>
            <a:endParaRPr lang="fr-FR" sz="1600" dirty="0"/>
          </a:p>
          <a:p>
            <a:pPr marL="667512" lvl="2" indent="0" algn="just">
              <a:buNone/>
            </a:pPr>
            <a:endParaRPr lang="fr-FR" sz="1600" dirty="0"/>
          </a:p>
          <a:p>
            <a:pPr lvl="1" algn="just"/>
            <a:r>
              <a:rPr lang="fr-FR" sz="1600" dirty="0"/>
              <a:t>Ratios de rentabilité financière (indicateur de bilan et de compte de résultat)</a:t>
            </a:r>
          </a:p>
          <a:p>
            <a:pPr lvl="1" algn="just"/>
            <a:endParaRPr lang="fr-FR" sz="1600" dirty="0"/>
          </a:p>
          <a:p>
            <a:pPr lvl="2" algn="just"/>
            <a:endParaRPr lang="fr-FR" sz="1900" dirty="0"/>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71</a:t>
            </a:fld>
            <a:endParaRPr lang="fr-FR"/>
          </a:p>
        </p:txBody>
      </p:sp>
    </p:spTree>
    <p:extLst>
      <p:ext uri="{BB962C8B-B14F-4D97-AF65-F5344CB8AC3E}">
        <p14:creationId xmlns:p14="http://schemas.microsoft.com/office/powerpoint/2010/main" val="38243904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8596" y="642918"/>
            <a:ext cx="8229600" cy="1143000"/>
          </a:xfrm>
        </p:spPr>
        <p:txBody>
          <a:bodyPr>
            <a:noAutofit/>
          </a:bodyPr>
          <a:lstStyle/>
          <a:p>
            <a:r>
              <a:rPr lang="fr-FR" sz="2400" dirty="0"/>
              <a:t>B. Etude de cas : Analyse du bilan et du compte de résultat de la Société Générale</a:t>
            </a:r>
            <a:br>
              <a:rPr lang="fr-FR" sz="4000" dirty="0"/>
            </a:br>
            <a:endParaRPr lang="fr-FR" sz="4000" dirty="0"/>
          </a:p>
        </p:txBody>
      </p:sp>
      <p:sp>
        <p:nvSpPr>
          <p:cNvPr id="3" name="Espace réservé du contenu 2"/>
          <p:cNvSpPr>
            <a:spLocks noGrp="1"/>
          </p:cNvSpPr>
          <p:nvPr>
            <p:ph idx="1"/>
          </p:nvPr>
        </p:nvSpPr>
        <p:spPr>
          <a:xfrm>
            <a:off x="258920" y="1332218"/>
            <a:ext cx="8568952" cy="4882864"/>
          </a:xfrm>
        </p:spPr>
        <p:txBody>
          <a:bodyPr>
            <a:noAutofit/>
          </a:bodyPr>
          <a:lstStyle/>
          <a:p>
            <a:pPr algn="just">
              <a:lnSpc>
                <a:spcPct val="150000"/>
              </a:lnSpc>
            </a:pPr>
            <a:r>
              <a:rPr lang="fr-FR" sz="1800" dirty="0">
                <a:effectLst/>
                <a:latin typeface="Gill Sans MT" panose="020B0502020104020203" pitchFamily="34" charset="0"/>
                <a:ea typeface="Times New Roman" panose="02020603050405020304" pitchFamily="18" charset="0"/>
              </a:rPr>
              <a:t>1, Analysez les chiffres clés du groupe Société Générale, de manière détaillée selon les 3 piliers du groupe.</a:t>
            </a:r>
            <a:endParaRPr lang="fr-FR" sz="1800" dirty="0">
              <a:effectLst/>
              <a:latin typeface="Times New Roman" panose="02020603050405020304" pitchFamily="18" charset="0"/>
              <a:ea typeface="Times New Roman" panose="02020603050405020304" pitchFamily="18" charset="0"/>
            </a:endParaRPr>
          </a:p>
          <a:p>
            <a:pPr algn="just">
              <a:lnSpc>
                <a:spcPct val="150000"/>
              </a:lnSpc>
            </a:pPr>
            <a:r>
              <a:rPr lang="fr-FR" sz="1800" dirty="0">
                <a:effectLst/>
                <a:latin typeface="Gill Sans MT" panose="020B0502020104020203" pitchFamily="34" charset="0"/>
                <a:ea typeface="Times New Roman" panose="02020603050405020304" pitchFamily="18" charset="0"/>
              </a:rPr>
              <a:t>Pour cela, vous proposerez un critère de productivité permettant de comparer les 3 piliers. Vous proposez également un critère d’encours crédit. Enfin, vous analyserez la contribution de chaque pilier au résultat net du groupe.</a:t>
            </a:r>
            <a:endParaRPr lang="fr-FR" sz="1800" dirty="0">
              <a:effectLst/>
              <a:latin typeface="Times New Roman" panose="02020603050405020304" pitchFamily="18" charset="0"/>
              <a:ea typeface="Times New Roman" panose="02020603050405020304" pitchFamily="18" charset="0"/>
            </a:endParaRPr>
          </a:p>
          <a:p>
            <a:pPr algn="just">
              <a:lnSpc>
                <a:spcPct val="150000"/>
              </a:lnSpc>
            </a:pPr>
            <a:endParaRPr lang="fr-FR" sz="1800" dirty="0">
              <a:effectLst/>
              <a:latin typeface="Times New Roman" panose="02020603050405020304" pitchFamily="18" charset="0"/>
              <a:ea typeface="Times New Roman" panose="02020603050405020304" pitchFamily="18" charset="0"/>
            </a:endParaRPr>
          </a:p>
          <a:p>
            <a:pPr algn="just">
              <a:lnSpc>
                <a:spcPct val="150000"/>
              </a:lnSpc>
            </a:pPr>
            <a:r>
              <a:rPr lang="fr-FR" sz="1800" dirty="0">
                <a:effectLst/>
                <a:latin typeface="Gill Sans MT" panose="020B0502020104020203" pitchFamily="34" charset="0"/>
                <a:ea typeface="Times New Roman" panose="02020603050405020304" pitchFamily="18" charset="0"/>
              </a:rPr>
              <a:t>2, Analysez les éléments du compte de résultat en faisant le lien avec les spécificités du secteur bancaire.</a:t>
            </a:r>
            <a:endParaRPr lang="fr-FR" sz="1800" dirty="0">
              <a:effectLst/>
              <a:latin typeface="Times New Roman" panose="02020603050405020304" pitchFamily="18" charset="0"/>
              <a:ea typeface="Times New Roman" panose="02020603050405020304" pitchFamily="18" charset="0"/>
            </a:endParaRPr>
          </a:p>
          <a:p>
            <a:pPr algn="just">
              <a:lnSpc>
                <a:spcPct val="150000"/>
              </a:lnSpc>
            </a:pPr>
            <a:r>
              <a:rPr lang="fr-FR" sz="1800" dirty="0">
                <a:effectLst/>
                <a:latin typeface="Gill Sans MT" panose="020B0502020104020203" pitchFamily="34" charset="0"/>
                <a:ea typeface="Times New Roman" panose="02020603050405020304" pitchFamily="18" charset="0"/>
              </a:rPr>
              <a:t>Pour cela vous détaillerez le PNB du 1</a:t>
            </a:r>
            <a:r>
              <a:rPr lang="fr-FR" sz="1800" baseline="30000" dirty="0">
                <a:effectLst/>
                <a:latin typeface="Gill Sans MT" panose="020B0502020104020203" pitchFamily="34" charset="0"/>
                <a:ea typeface="Times New Roman" panose="02020603050405020304" pitchFamily="18" charset="0"/>
              </a:rPr>
              <a:t>er</a:t>
            </a:r>
            <a:r>
              <a:rPr lang="fr-FR" sz="1800" dirty="0">
                <a:effectLst/>
                <a:latin typeface="Gill Sans MT" panose="020B0502020104020203" pitchFamily="34" charset="0"/>
                <a:ea typeface="Times New Roman" panose="02020603050405020304" pitchFamily="18" charset="0"/>
              </a:rPr>
              <a:t> semestre 2023, en calculant ses différentes composantes. Vous reconstituerez et interpréterez le RBE ainsi que le REX. Vous vous intéresserez également au coût du risque.</a:t>
            </a:r>
            <a:endParaRPr lang="fr-FR" sz="1800" dirty="0">
              <a:effectLst/>
              <a:latin typeface="Times New Roman" panose="02020603050405020304" pitchFamily="18" charset="0"/>
              <a:ea typeface="Times New Roman" panose="02020603050405020304" pitchFamily="18" charset="0"/>
            </a:endParaRPr>
          </a:p>
          <a:p>
            <a:pPr algn="just">
              <a:lnSpc>
                <a:spcPct val="150000"/>
              </a:lnSpc>
            </a:pPr>
            <a:endParaRPr lang="fr-FR" sz="1800" dirty="0">
              <a:effectLst/>
              <a:latin typeface="Times New Roman" panose="02020603050405020304" pitchFamily="18" charset="0"/>
              <a:ea typeface="Times New Roman" panose="02020603050405020304" pitchFamily="18" charset="0"/>
            </a:endParaRPr>
          </a:p>
          <a:p>
            <a:pPr algn="just"/>
            <a:endParaRPr lang="fr-FR" sz="2400" dirty="0"/>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72</a:t>
            </a:fld>
            <a:endParaRPr lang="fr-FR"/>
          </a:p>
        </p:txBody>
      </p:sp>
    </p:spTree>
    <p:extLst>
      <p:ext uri="{BB962C8B-B14F-4D97-AF65-F5344CB8AC3E}">
        <p14:creationId xmlns:p14="http://schemas.microsoft.com/office/powerpoint/2010/main" val="39655248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8596" y="642918"/>
            <a:ext cx="8229600" cy="1143000"/>
          </a:xfrm>
        </p:spPr>
        <p:txBody>
          <a:bodyPr>
            <a:noAutofit/>
          </a:bodyPr>
          <a:lstStyle/>
          <a:p>
            <a:r>
              <a:rPr lang="fr-FR" sz="2400" dirty="0"/>
              <a:t>B. Etude de cas : Analyse du bilan et du compte de résultat de la Société Générale</a:t>
            </a:r>
            <a:br>
              <a:rPr lang="fr-FR" sz="4000" dirty="0"/>
            </a:br>
            <a:endParaRPr lang="fr-FR" sz="4000" dirty="0"/>
          </a:p>
        </p:txBody>
      </p:sp>
      <p:sp>
        <p:nvSpPr>
          <p:cNvPr id="3" name="Espace réservé du contenu 2"/>
          <p:cNvSpPr>
            <a:spLocks noGrp="1"/>
          </p:cNvSpPr>
          <p:nvPr>
            <p:ph idx="1"/>
          </p:nvPr>
        </p:nvSpPr>
        <p:spPr>
          <a:xfrm>
            <a:off x="258920" y="1332218"/>
            <a:ext cx="8568952" cy="4882864"/>
          </a:xfrm>
        </p:spPr>
        <p:txBody>
          <a:bodyPr>
            <a:noAutofit/>
          </a:bodyPr>
          <a:lstStyle/>
          <a:p>
            <a:pPr marL="0" indent="0" algn="just">
              <a:lnSpc>
                <a:spcPct val="150000"/>
              </a:lnSpc>
              <a:buNone/>
            </a:pPr>
            <a:r>
              <a:rPr lang="fr-FR" sz="1800" dirty="0">
                <a:effectLst/>
                <a:latin typeface="Gill Sans MT" panose="020B0502020104020203" pitchFamily="34" charset="0"/>
                <a:ea typeface="Times New Roman" panose="02020603050405020304" pitchFamily="18" charset="0"/>
              </a:rPr>
              <a:t> </a:t>
            </a:r>
            <a:endParaRPr lang="fr-FR" sz="1800" dirty="0">
              <a:effectLst/>
              <a:latin typeface="Times New Roman" panose="02020603050405020304" pitchFamily="18" charset="0"/>
              <a:ea typeface="Times New Roman" panose="02020603050405020304" pitchFamily="18" charset="0"/>
            </a:endParaRPr>
          </a:p>
          <a:p>
            <a:pPr algn="just">
              <a:lnSpc>
                <a:spcPct val="150000"/>
              </a:lnSpc>
            </a:pPr>
            <a:r>
              <a:rPr lang="fr-FR" sz="1800" dirty="0">
                <a:effectLst/>
                <a:latin typeface="Gill Sans MT" panose="020B0502020104020203" pitchFamily="34" charset="0"/>
                <a:ea typeface="Times New Roman" panose="02020603050405020304" pitchFamily="18" charset="0"/>
              </a:rPr>
              <a:t>3, Analysez les éléments du bilan en faisant le lien avec les spécificités du secteur bancaire. Vous vous intéresserez à la solvabilité du groupe Société Générale. Vous expliquerez les variations importantes des postes du bilan d’une année à l’autre.</a:t>
            </a:r>
            <a:endParaRPr lang="fr-FR" sz="1800" dirty="0">
              <a:effectLst/>
              <a:latin typeface="Times New Roman" panose="02020603050405020304" pitchFamily="18" charset="0"/>
              <a:ea typeface="Times New Roman" panose="02020603050405020304" pitchFamily="18" charset="0"/>
            </a:endParaRPr>
          </a:p>
          <a:p>
            <a:pPr marL="342900" lvl="0" indent="-342900" algn="just">
              <a:lnSpc>
                <a:spcPct val="150000"/>
              </a:lnSpc>
              <a:buFont typeface="Gill Sans MT" panose="020B0502020104020203" pitchFamily="34" charset="0"/>
              <a:buChar char="-"/>
            </a:pPr>
            <a:r>
              <a:rPr lang="fr-FR" sz="1800" dirty="0">
                <a:effectLst/>
                <a:latin typeface="Gill Sans MT" panose="020B0502020104020203" pitchFamily="34" charset="0"/>
                <a:ea typeface="Times New Roman" panose="02020603050405020304" pitchFamily="18" charset="0"/>
                <a:cs typeface="Times New Roman" panose="02020603050405020304" pitchFamily="18" charset="0"/>
              </a:rPr>
              <a:t> </a:t>
            </a:r>
            <a:endParaRPr lang="fr-FR"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pPr>
            <a:r>
              <a:rPr lang="fr-FR" sz="1800" dirty="0">
                <a:effectLst/>
                <a:latin typeface="Gill Sans MT" panose="020B0502020104020203" pitchFamily="34" charset="0"/>
                <a:ea typeface="Times New Roman" panose="02020603050405020304" pitchFamily="18" charset="0"/>
              </a:rPr>
              <a:t>4, Que pensez-vous de la fusion acquisition entre le groupe Société Générale et le groupe Crédit du Nord ?</a:t>
            </a:r>
            <a:endParaRPr lang="fr-FR" sz="1800" dirty="0">
              <a:effectLst/>
              <a:latin typeface="Times New Roman" panose="02020603050405020304" pitchFamily="18" charset="0"/>
              <a:ea typeface="Times New Roman" panose="02020603050405020304" pitchFamily="18" charset="0"/>
            </a:endParaRPr>
          </a:p>
          <a:p>
            <a:pPr algn="just"/>
            <a:endParaRPr lang="fr-FR" sz="2400" dirty="0"/>
          </a:p>
        </p:txBody>
      </p:sp>
      <p:sp>
        <p:nvSpPr>
          <p:cNvPr id="4" name="Espace réservé du numéro de diapositive 3"/>
          <p:cNvSpPr>
            <a:spLocks noGrp="1"/>
          </p:cNvSpPr>
          <p:nvPr>
            <p:ph type="sldNum" sz="quarter" idx="12"/>
          </p:nvPr>
        </p:nvSpPr>
        <p:spPr/>
        <p:txBody>
          <a:bodyPr/>
          <a:lstStyle/>
          <a:p>
            <a:fld id="{4D4991C9-18F4-4D2B-A030-BA7B1F5F6083}" type="slidenum">
              <a:rPr lang="fr-FR" smtClean="0"/>
              <a:pPr/>
              <a:t>73</a:t>
            </a:fld>
            <a:endParaRPr lang="fr-FR"/>
          </a:p>
        </p:txBody>
      </p:sp>
    </p:spTree>
    <p:extLst>
      <p:ext uri="{BB962C8B-B14F-4D97-AF65-F5344CB8AC3E}">
        <p14:creationId xmlns:p14="http://schemas.microsoft.com/office/powerpoint/2010/main" val="8396719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7" name="Titre 6"/>
          <p:cNvSpPr>
            <a:spLocks noGrp="1"/>
          </p:cNvSpPr>
          <p:nvPr>
            <p:ph type="title"/>
          </p:nvPr>
        </p:nvSpPr>
        <p:spPr>
          <a:xfrm>
            <a:off x="457200" y="274638"/>
            <a:ext cx="8229600" cy="6178698"/>
          </a:xfrm>
        </p:spPr>
        <p:txBody>
          <a:bodyPr>
            <a:normAutofit/>
          </a:bodyPr>
          <a:lstStyle/>
          <a:p>
            <a:br>
              <a:rPr lang="fr-FR" dirty="0"/>
            </a:br>
            <a:endParaRPr lang="fr-FR" dirty="0"/>
          </a:p>
        </p:txBody>
      </p:sp>
      <p:sp>
        <p:nvSpPr>
          <p:cNvPr id="6" name="Espace réservé du numéro de diapositive 5"/>
          <p:cNvSpPr>
            <a:spLocks noGrp="1"/>
          </p:cNvSpPr>
          <p:nvPr>
            <p:ph type="sldNum" sz="quarter" idx="12"/>
          </p:nvPr>
        </p:nvSpPr>
        <p:spPr/>
        <p:txBody>
          <a:bodyPr/>
          <a:lstStyle/>
          <a:p>
            <a:fld id="{4D4991C9-18F4-4D2B-A030-BA7B1F5F6083}" type="slidenum">
              <a:rPr lang="fr-FR" smtClean="0"/>
              <a:pPr/>
              <a:t>74</a:t>
            </a:fld>
            <a:endParaRPr lang="fr-FR"/>
          </a:p>
        </p:txBody>
      </p:sp>
      <p:sp>
        <p:nvSpPr>
          <p:cNvPr id="4" name="ZoneTexte 3"/>
          <p:cNvSpPr txBox="1"/>
          <p:nvPr/>
        </p:nvSpPr>
        <p:spPr>
          <a:xfrm>
            <a:off x="407938" y="1123743"/>
            <a:ext cx="8496944" cy="1569660"/>
          </a:xfrm>
          <a:prstGeom prst="rect">
            <a:avLst/>
          </a:prstGeom>
          <a:noFill/>
        </p:spPr>
        <p:txBody>
          <a:bodyPr wrap="square" rtlCol="0">
            <a:spAutoFit/>
          </a:bodyPr>
          <a:lstStyle/>
          <a:p>
            <a:pPr algn="ctr"/>
            <a:r>
              <a:rPr lang="fr-FR" sz="3200" b="1" dirty="0">
                <a:solidFill>
                  <a:schemeClr val="accent1">
                    <a:lumMod val="60000"/>
                    <a:lumOff val="40000"/>
                  </a:schemeClr>
                </a:solidFill>
              </a:rPr>
              <a:t>Partie 3 : </a:t>
            </a:r>
          </a:p>
          <a:p>
            <a:pPr algn="ctr"/>
            <a:r>
              <a:rPr lang="fr-FR" sz="3200" b="1" dirty="0">
                <a:solidFill>
                  <a:schemeClr val="accent1">
                    <a:lumMod val="60000"/>
                    <a:lumOff val="40000"/>
                  </a:schemeClr>
                </a:solidFill>
              </a:rPr>
              <a:t>Le risque crédit dans la relation Banque-Entreprise</a:t>
            </a:r>
          </a:p>
        </p:txBody>
      </p:sp>
      <p:pic>
        <p:nvPicPr>
          <p:cNvPr id="3" name="Image 2">
            <a:extLst>
              <a:ext uri="{FF2B5EF4-FFF2-40B4-BE49-F238E27FC236}">
                <a16:creationId xmlns:a16="http://schemas.microsoft.com/office/drawing/2014/main" id="{D5BB6A89-48A3-4874-9C44-543FF67A626C}"/>
              </a:ext>
            </a:extLst>
          </p:cNvPr>
          <p:cNvPicPr>
            <a:picLocks noChangeAspect="1"/>
          </p:cNvPicPr>
          <p:nvPr/>
        </p:nvPicPr>
        <p:blipFill>
          <a:blip r:embed="rId3"/>
          <a:stretch>
            <a:fillRect/>
          </a:stretch>
        </p:blipFill>
        <p:spPr>
          <a:xfrm>
            <a:off x="3203848" y="3542507"/>
            <a:ext cx="2905125" cy="809625"/>
          </a:xfrm>
          <a:prstGeom prst="rect">
            <a:avLst/>
          </a:prstGeom>
        </p:spPr>
      </p:pic>
      <p:sp>
        <p:nvSpPr>
          <p:cNvPr id="2" name="ZoneTexte 1">
            <a:extLst>
              <a:ext uri="{FF2B5EF4-FFF2-40B4-BE49-F238E27FC236}">
                <a16:creationId xmlns:a16="http://schemas.microsoft.com/office/drawing/2014/main" id="{C3A8178A-81D5-ECAA-25DE-EF8C8C4CD046}"/>
              </a:ext>
            </a:extLst>
          </p:cNvPr>
          <p:cNvSpPr txBox="1"/>
          <p:nvPr/>
        </p:nvSpPr>
        <p:spPr>
          <a:xfrm>
            <a:off x="407938" y="4518551"/>
            <a:ext cx="8496944" cy="1569660"/>
          </a:xfrm>
          <a:prstGeom prst="rect">
            <a:avLst/>
          </a:prstGeom>
          <a:noFill/>
        </p:spPr>
        <p:txBody>
          <a:bodyPr wrap="square" rtlCol="0">
            <a:spAutoFit/>
          </a:bodyPr>
          <a:lstStyle/>
          <a:p>
            <a:pPr algn="ctr"/>
            <a:r>
              <a:rPr lang="fr-FR" sz="3200" b="1" dirty="0">
                <a:solidFill>
                  <a:schemeClr val="accent1">
                    <a:lumMod val="60000"/>
                    <a:lumOff val="40000"/>
                  </a:schemeClr>
                </a:solidFill>
              </a:rPr>
              <a:t>3,1 Le financement du cycle d’exploitation</a:t>
            </a:r>
          </a:p>
          <a:p>
            <a:pPr algn="ctr"/>
            <a:r>
              <a:rPr lang="fr-FR" sz="3200" b="1" dirty="0">
                <a:solidFill>
                  <a:schemeClr val="accent1">
                    <a:lumMod val="60000"/>
                    <a:lumOff val="40000"/>
                  </a:schemeClr>
                </a:solidFill>
              </a:rPr>
              <a:t>3,2 Le financement des investissements</a:t>
            </a:r>
          </a:p>
          <a:p>
            <a:pPr algn="ctr"/>
            <a:endParaRPr lang="fr-FR" sz="3200" b="1" dirty="0">
              <a:solidFill>
                <a:schemeClr val="accent1">
                  <a:lumMod val="60000"/>
                  <a:lumOff val="40000"/>
                </a:schemeClr>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9551E-38F0-F63C-B83B-ED0DB52D363E}"/>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D161FAE6-0D7C-1DD4-ECFF-18A51E1DD516}"/>
              </a:ext>
            </a:extLst>
          </p:cNvPr>
          <p:cNvSpPr>
            <a:spLocks noGrp="1"/>
          </p:cNvSpPr>
          <p:nvPr>
            <p:ph type="sldNum" sz="quarter" idx="12"/>
          </p:nvPr>
        </p:nvSpPr>
        <p:spPr/>
        <p:txBody>
          <a:bodyPr/>
          <a:lstStyle/>
          <a:p>
            <a:fld id="{4D4991C9-18F4-4D2B-A030-BA7B1F5F6083}" type="slidenum">
              <a:rPr lang="fr-FR" smtClean="0"/>
              <a:pPr/>
              <a:t>75</a:t>
            </a:fld>
            <a:endParaRPr lang="fr-FR"/>
          </a:p>
        </p:txBody>
      </p:sp>
      <p:sp>
        <p:nvSpPr>
          <p:cNvPr id="4" name="ZoneTexte 3">
            <a:extLst>
              <a:ext uri="{FF2B5EF4-FFF2-40B4-BE49-F238E27FC236}">
                <a16:creationId xmlns:a16="http://schemas.microsoft.com/office/drawing/2014/main" id="{A1E8BB13-6FF7-A1F0-A57B-37D251892FC9}"/>
              </a:ext>
            </a:extLst>
          </p:cNvPr>
          <p:cNvSpPr txBox="1"/>
          <p:nvPr/>
        </p:nvSpPr>
        <p:spPr>
          <a:xfrm>
            <a:off x="428596" y="714356"/>
            <a:ext cx="8496944" cy="2062103"/>
          </a:xfrm>
          <a:prstGeom prst="rect">
            <a:avLst/>
          </a:prstGeom>
          <a:noFill/>
        </p:spPr>
        <p:txBody>
          <a:bodyPr wrap="square" rtlCol="0">
            <a:spAutoFit/>
          </a:bodyPr>
          <a:lstStyle/>
          <a:p>
            <a:pPr algn="ctr"/>
            <a:r>
              <a:rPr lang="fr-FR" sz="3200" b="1" dirty="0">
                <a:solidFill>
                  <a:schemeClr val="accent1">
                    <a:lumMod val="75000"/>
                  </a:schemeClr>
                </a:solidFill>
              </a:rPr>
              <a:t>Partie 3.1 : </a:t>
            </a:r>
          </a:p>
          <a:p>
            <a:pPr algn="ctr"/>
            <a:endParaRPr lang="fr-FR" sz="3200" b="1" dirty="0">
              <a:solidFill>
                <a:schemeClr val="accent1">
                  <a:lumMod val="75000"/>
                </a:schemeClr>
              </a:solidFill>
            </a:endParaRPr>
          </a:p>
          <a:p>
            <a:pPr algn="ctr"/>
            <a:r>
              <a:rPr lang="fr-FR" sz="3200" b="1" dirty="0">
                <a:solidFill>
                  <a:schemeClr val="accent1">
                    <a:lumMod val="75000"/>
                  </a:schemeClr>
                </a:solidFill>
              </a:rPr>
              <a:t>Le risque crédit dans le financement du cycle d’exploitation</a:t>
            </a:r>
          </a:p>
        </p:txBody>
      </p:sp>
      <p:sp>
        <p:nvSpPr>
          <p:cNvPr id="8" name="Rectangle 7">
            <a:extLst>
              <a:ext uri="{FF2B5EF4-FFF2-40B4-BE49-F238E27FC236}">
                <a16:creationId xmlns:a16="http://schemas.microsoft.com/office/drawing/2014/main" id="{0304925A-815B-227A-77A6-ABFD5452C2C9}"/>
              </a:ext>
            </a:extLst>
          </p:cNvPr>
          <p:cNvSpPr/>
          <p:nvPr/>
        </p:nvSpPr>
        <p:spPr>
          <a:xfrm>
            <a:off x="971600" y="5156021"/>
            <a:ext cx="7344816" cy="1200329"/>
          </a:xfrm>
          <a:prstGeom prst="rect">
            <a:avLst/>
          </a:prstGeom>
        </p:spPr>
        <p:txBody>
          <a:bodyPr wrap="square">
            <a:spAutoFit/>
          </a:bodyPr>
          <a:lstStyle/>
          <a:p>
            <a:pPr algn="ctr"/>
            <a:r>
              <a:rPr lang="fr-FR" b="1" dirty="0">
                <a:solidFill>
                  <a:schemeClr val="accent1">
                    <a:lumMod val="75000"/>
                  </a:schemeClr>
                </a:solidFill>
              </a:rPr>
              <a:t>Remarque = Cette partie est commune avec le cours de Relation Banque Entreprise. La partie conceptuelle sera abordée dans le cours de Relation Banque Entreprise, nous travaillerons seulement sur les études de cas dans ce module</a:t>
            </a:r>
          </a:p>
        </p:txBody>
      </p:sp>
      <p:pic>
        <p:nvPicPr>
          <p:cNvPr id="7" name="Image 6">
            <a:extLst>
              <a:ext uri="{FF2B5EF4-FFF2-40B4-BE49-F238E27FC236}">
                <a16:creationId xmlns:a16="http://schemas.microsoft.com/office/drawing/2014/main" id="{F2C19089-15CA-87A4-BE49-7043C4384550}"/>
              </a:ext>
            </a:extLst>
          </p:cNvPr>
          <p:cNvPicPr>
            <a:picLocks noChangeAspect="1"/>
          </p:cNvPicPr>
          <p:nvPr/>
        </p:nvPicPr>
        <p:blipFill>
          <a:blip r:embed="rId2"/>
          <a:stretch>
            <a:fillRect/>
          </a:stretch>
        </p:blipFill>
        <p:spPr>
          <a:xfrm>
            <a:off x="3086100" y="3449568"/>
            <a:ext cx="2971800" cy="962025"/>
          </a:xfrm>
          <a:prstGeom prst="rect">
            <a:avLst/>
          </a:prstGeom>
        </p:spPr>
      </p:pic>
    </p:spTree>
    <p:extLst>
      <p:ext uri="{BB962C8B-B14F-4D97-AF65-F5344CB8AC3E}">
        <p14:creationId xmlns:p14="http://schemas.microsoft.com/office/powerpoint/2010/main" val="24697444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F1A9F-D15C-033F-E963-771DA45FFEB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EC6E5B7-2991-8861-A700-489D852F0357}"/>
              </a:ext>
            </a:extLst>
          </p:cNvPr>
          <p:cNvSpPr>
            <a:spLocks noGrp="1"/>
          </p:cNvSpPr>
          <p:nvPr>
            <p:ph type="title"/>
          </p:nvPr>
        </p:nvSpPr>
        <p:spPr>
          <a:xfrm>
            <a:off x="539552" y="188640"/>
            <a:ext cx="8219256" cy="936104"/>
          </a:xfrm>
        </p:spPr>
        <p:txBody>
          <a:bodyPr>
            <a:normAutofit/>
          </a:bodyPr>
          <a:lstStyle/>
          <a:p>
            <a:r>
              <a:rPr lang="fr-FR" sz="3200" dirty="0"/>
              <a:t>Cas Pierre, implants dentaires</a:t>
            </a:r>
          </a:p>
        </p:txBody>
      </p:sp>
      <p:sp>
        <p:nvSpPr>
          <p:cNvPr id="4" name="Espace réservé du numéro de diapositive 3">
            <a:extLst>
              <a:ext uri="{FF2B5EF4-FFF2-40B4-BE49-F238E27FC236}">
                <a16:creationId xmlns:a16="http://schemas.microsoft.com/office/drawing/2014/main" id="{ACA9E04E-F5FB-7F4E-406E-F52697E0E041}"/>
              </a:ext>
            </a:extLst>
          </p:cNvPr>
          <p:cNvSpPr>
            <a:spLocks noGrp="1"/>
          </p:cNvSpPr>
          <p:nvPr>
            <p:ph type="sldNum" sz="quarter" idx="12"/>
          </p:nvPr>
        </p:nvSpPr>
        <p:spPr/>
        <p:txBody>
          <a:bodyPr/>
          <a:lstStyle/>
          <a:p>
            <a:fld id="{4D4991C9-18F4-4D2B-A030-BA7B1F5F6083}" type="slidenum">
              <a:rPr lang="fr-FR" smtClean="0"/>
              <a:pPr/>
              <a:t>76</a:t>
            </a:fld>
            <a:endParaRPr lang="fr-FR" dirty="0"/>
          </a:p>
        </p:txBody>
      </p:sp>
      <p:pic>
        <p:nvPicPr>
          <p:cNvPr id="5" name="Image 4">
            <a:extLst>
              <a:ext uri="{FF2B5EF4-FFF2-40B4-BE49-F238E27FC236}">
                <a16:creationId xmlns:a16="http://schemas.microsoft.com/office/drawing/2014/main" id="{172BA910-C512-2C6A-90C5-486D45E06DC7}"/>
              </a:ext>
            </a:extLst>
          </p:cNvPr>
          <p:cNvPicPr>
            <a:picLocks noChangeAspect="1"/>
          </p:cNvPicPr>
          <p:nvPr/>
        </p:nvPicPr>
        <p:blipFill>
          <a:blip r:embed="rId2"/>
          <a:stretch>
            <a:fillRect/>
          </a:stretch>
        </p:blipFill>
        <p:spPr>
          <a:xfrm>
            <a:off x="2333312" y="1876208"/>
            <a:ext cx="4477375" cy="3105583"/>
          </a:xfrm>
          <a:prstGeom prst="rect">
            <a:avLst/>
          </a:prstGeom>
        </p:spPr>
      </p:pic>
    </p:spTree>
    <p:extLst>
      <p:ext uri="{BB962C8B-B14F-4D97-AF65-F5344CB8AC3E}">
        <p14:creationId xmlns:p14="http://schemas.microsoft.com/office/powerpoint/2010/main" val="42548931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8BC75-2828-D01D-946D-81D1B4CF77A9}"/>
            </a:ext>
          </a:extLst>
        </p:cNvPr>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197C2002-458B-D770-CB08-FF8220B41AB5}"/>
              </a:ext>
            </a:extLst>
          </p:cNvPr>
          <p:cNvSpPr>
            <a:spLocks noGrp="1"/>
          </p:cNvSpPr>
          <p:nvPr>
            <p:ph type="sldNum" sz="quarter" idx="12"/>
          </p:nvPr>
        </p:nvSpPr>
        <p:spPr/>
        <p:txBody>
          <a:bodyPr/>
          <a:lstStyle/>
          <a:p>
            <a:fld id="{4D4991C9-18F4-4D2B-A030-BA7B1F5F6083}" type="slidenum">
              <a:rPr lang="fr-FR" smtClean="0"/>
              <a:pPr/>
              <a:t>77</a:t>
            </a:fld>
            <a:endParaRPr lang="fr-FR"/>
          </a:p>
        </p:txBody>
      </p:sp>
      <p:sp>
        <p:nvSpPr>
          <p:cNvPr id="4" name="ZoneTexte 3">
            <a:extLst>
              <a:ext uri="{FF2B5EF4-FFF2-40B4-BE49-F238E27FC236}">
                <a16:creationId xmlns:a16="http://schemas.microsoft.com/office/drawing/2014/main" id="{B7EDC448-0A38-9814-8BF3-C10790FE48E7}"/>
              </a:ext>
            </a:extLst>
          </p:cNvPr>
          <p:cNvSpPr txBox="1"/>
          <p:nvPr/>
        </p:nvSpPr>
        <p:spPr>
          <a:xfrm>
            <a:off x="428596" y="714356"/>
            <a:ext cx="8496944" cy="2062103"/>
          </a:xfrm>
          <a:prstGeom prst="rect">
            <a:avLst/>
          </a:prstGeom>
          <a:noFill/>
        </p:spPr>
        <p:txBody>
          <a:bodyPr wrap="square" rtlCol="0">
            <a:spAutoFit/>
          </a:bodyPr>
          <a:lstStyle/>
          <a:p>
            <a:pPr algn="ctr"/>
            <a:r>
              <a:rPr lang="fr-FR" sz="3200" b="1" dirty="0">
                <a:solidFill>
                  <a:schemeClr val="accent1">
                    <a:lumMod val="75000"/>
                  </a:schemeClr>
                </a:solidFill>
              </a:rPr>
              <a:t>Partie 3.2 : </a:t>
            </a:r>
          </a:p>
          <a:p>
            <a:pPr algn="ctr"/>
            <a:endParaRPr lang="fr-FR" sz="3200" b="1" dirty="0">
              <a:solidFill>
                <a:schemeClr val="accent1">
                  <a:lumMod val="75000"/>
                </a:schemeClr>
              </a:solidFill>
            </a:endParaRPr>
          </a:p>
          <a:p>
            <a:pPr algn="ctr"/>
            <a:r>
              <a:rPr lang="fr-FR" sz="3200" b="1" dirty="0">
                <a:solidFill>
                  <a:schemeClr val="accent1">
                    <a:lumMod val="75000"/>
                  </a:schemeClr>
                </a:solidFill>
              </a:rPr>
              <a:t>Le risque crédit dans le financement du cycle d’investissement</a:t>
            </a:r>
          </a:p>
        </p:txBody>
      </p:sp>
      <p:sp>
        <p:nvSpPr>
          <p:cNvPr id="8" name="Rectangle 7">
            <a:extLst>
              <a:ext uri="{FF2B5EF4-FFF2-40B4-BE49-F238E27FC236}">
                <a16:creationId xmlns:a16="http://schemas.microsoft.com/office/drawing/2014/main" id="{6769E878-B4EF-3EC6-7A9C-62D6395840FD}"/>
              </a:ext>
            </a:extLst>
          </p:cNvPr>
          <p:cNvSpPr/>
          <p:nvPr/>
        </p:nvSpPr>
        <p:spPr>
          <a:xfrm>
            <a:off x="971600" y="5156021"/>
            <a:ext cx="7344816" cy="1200329"/>
          </a:xfrm>
          <a:prstGeom prst="rect">
            <a:avLst/>
          </a:prstGeom>
        </p:spPr>
        <p:txBody>
          <a:bodyPr wrap="square">
            <a:spAutoFit/>
          </a:bodyPr>
          <a:lstStyle/>
          <a:p>
            <a:pPr algn="ctr"/>
            <a:r>
              <a:rPr lang="fr-FR" b="1" dirty="0">
                <a:solidFill>
                  <a:schemeClr val="accent1">
                    <a:lumMod val="75000"/>
                  </a:schemeClr>
                </a:solidFill>
              </a:rPr>
              <a:t>Remarque = Cette partie est commune avec le cours de Relation Banque Entreprise. La partie conceptuelle sera abordée dans le cours de Relation Banque Entreprise, nous travaillerons seulement sur les études de cas dans ce module</a:t>
            </a:r>
          </a:p>
        </p:txBody>
      </p:sp>
      <p:pic>
        <p:nvPicPr>
          <p:cNvPr id="7" name="Image 6">
            <a:extLst>
              <a:ext uri="{FF2B5EF4-FFF2-40B4-BE49-F238E27FC236}">
                <a16:creationId xmlns:a16="http://schemas.microsoft.com/office/drawing/2014/main" id="{133210C7-21E2-8371-0702-48353D7F7472}"/>
              </a:ext>
            </a:extLst>
          </p:cNvPr>
          <p:cNvPicPr>
            <a:picLocks noChangeAspect="1"/>
          </p:cNvPicPr>
          <p:nvPr/>
        </p:nvPicPr>
        <p:blipFill>
          <a:blip r:embed="rId2"/>
          <a:stretch>
            <a:fillRect/>
          </a:stretch>
        </p:blipFill>
        <p:spPr>
          <a:xfrm>
            <a:off x="3086100" y="3449568"/>
            <a:ext cx="2971800" cy="962025"/>
          </a:xfrm>
          <a:prstGeom prst="rect">
            <a:avLst/>
          </a:prstGeom>
        </p:spPr>
      </p:pic>
    </p:spTree>
    <p:extLst>
      <p:ext uri="{BB962C8B-B14F-4D97-AF65-F5344CB8AC3E}">
        <p14:creationId xmlns:p14="http://schemas.microsoft.com/office/powerpoint/2010/main" val="26950680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F91B0-1417-7BAC-5564-76FD653CBE9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B5AB971-5A12-C587-7DE5-955816BB082B}"/>
              </a:ext>
            </a:extLst>
          </p:cNvPr>
          <p:cNvSpPr>
            <a:spLocks noGrp="1"/>
          </p:cNvSpPr>
          <p:nvPr>
            <p:ph type="title"/>
          </p:nvPr>
        </p:nvSpPr>
        <p:spPr>
          <a:xfrm>
            <a:off x="539552" y="188640"/>
            <a:ext cx="8219256" cy="936104"/>
          </a:xfrm>
        </p:spPr>
        <p:txBody>
          <a:bodyPr>
            <a:normAutofit/>
          </a:bodyPr>
          <a:lstStyle/>
          <a:p>
            <a:r>
              <a:rPr lang="fr-FR" sz="3200" dirty="0"/>
              <a:t>Cas </a:t>
            </a:r>
            <a:r>
              <a:rPr lang="fr-FR" sz="3200" dirty="0" err="1"/>
              <a:t>Aujoras</a:t>
            </a:r>
            <a:r>
              <a:rPr lang="fr-FR" sz="3200" dirty="0"/>
              <a:t> </a:t>
            </a:r>
          </a:p>
        </p:txBody>
      </p:sp>
      <p:sp>
        <p:nvSpPr>
          <p:cNvPr id="4" name="Espace réservé du numéro de diapositive 3">
            <a:extLst>
              <a:ext uri="{FF2B5EF4-FFF2-40B4-BE49-F238E27FC236}">
                <a16:creationId xmlns:a16="http://schemas.microsoft.com/office/drawing/2014/main" id="{9AF3C196-2544-4B0C-949C-CAD88CFF7731}"/>
              </a:ext>
            </a:extLst>
          </p:cNvPr>
          <p:cNvSpPr>
            <a:spLocks noGrp="1"/>
          </p:cNvSpPr>
          <p:nvPr>
            <p:ph type="sldNum" sz="quarter" idx="12"/>
          </p:nvPr>
        </p:nvSpPr>
        <p:spPr/>
        <p:txBody>
          <a:bodyPr/>
          <a:lstStyle/>
          <a:p>
            <a:fld id="{4D4991C9-18F4-4D2B-A030-BA7B1F5F6083}" type="slidenum">
              <a:rPr lang="fr-FR" smtClean="0"/>
              <a:pPr/>
              <a:t>78</a:t>
            </a:fld>
            <a:endParaRPr lang="fr-FR" dirty="0"/>
          </a:p>
        </p:txBody>
      </p:sp>
      <p:pic>
        <p:nvPicPr>
          <p:cNvPr id="2050" name="Image 5">
            <a:extLst>
              <a:ext uri="{FF2B5EF4-FFF2-40B4-BE49-F238E27FC236}">
                <a16:creationId xmlns:a16="http://schemas.microsoft.com/office/drawing/2014/main" id="{046D42C6-08CB-6BED-A597-6C239219BE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276872"/>
            <a:ext cx="5951537" cy="172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64012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7" name="Titre 6"/>
          <p:cNvSpPr>
            <a:spLocks noGrp="1"/>
          </p:cNvSpPr>
          <p:nvPr>
            <p:ph type="title"/>
          </p:nvPr>
        </p:nvSpPr>
        <p:spPr>
          <a:xfrm>
            <a:off x="142844" y="274638"/>
            <a:ext cx="8786874" cy="6178698"/>
          </a:xfrm>
        </p:spPr>
        <p:txBody>
          <a:bodyPr>
            <a:normAutofit/>
          </a:bodyPr>
          <a:lstStyle/>
          <a:p>
            <a:br>
              <a:rPr lang="fr-FR" dirty="0"/>
            </a:br>
            <a:endParaRPr lang="fr-FR" dirty="0"/>
          </a:p>
        </p:txBody>
      </p:sp>
      <p:sp>
        <p:nvSpPr>
          <p:cNvPr id="6" name="Espace réservé du numéro de diapositive 5"/>
          <p:cNvSpPr>
            <a:spLocks noGrp="1"/>
          </p:cNvSpPr>
          <p:nvPr>
            <p:ph type="sldNum" sz="quarter" idx="12"/>
          </p:nvPr>
        </p:nvSpPr>
        <p:spPr/>
        <p:txBody>
          <a:bodyPr/>
          <a:lstStyle/>
          <a:p>
            <a:fld id="{4D4991C9-18F4-4D2B-A030-BA7B1F5F6083}" type="slidenum">
              <a:rPr lang="fr-FR" smtClean="0"/>
              <a:pPr/>
              <a:t>79</a:t>
            </a:fld>
            <a:endParaRPr lang="fr-FR"/>
          </a:p>
        </p:txBody>
      </p:sp>
      <p:sp>
        <p:nvSpPr>
          <p:cNvPr id="4" name="ZoneTexte 3"/>
          <p:cNvSpPr txBox="1"/>
          <p:nvPr/>
        </p:nvSpPr>
        <p:spPr>
          <a:xfrm>
            <a:off x="395536" y="1340768"/>
            <a:ext cx="8496944" cy="2862322"/>
          </a:xfrm>
          <a:prstGeom prst="rect">
            <a:avLst/>
          </a:prstGeom>
          <a:noFill/>
        </p:spPr>
        <p:txBody>
          <a:bodyPr wrap="square" rtlCol="0">
            <a:spAutoFit/>
          </a:bodyPr>
          <a:lstStyle/>
          <a:p>
            <a:pPr algn="ctr"/>
            <a:r>
              <a:rPr lang="fr-FR" sz="3600" b="1" dirty="0">
                <a:solidFill>
                  <a:schemeClr val="accent1">
                    <a:lumMod val="60000"/>
                    <a:lumOff val="40000"/>
                  </a:schemeClr>
                </a:solidFill>
              </a:rPr>
              <a:t>Cas </a:t>
            </a:r>
            <a:r>
              <a:rPr lang="fr-FR" sz="3600" b="1">
                <a:solidFill>
                  <a:schemeClr val="accent1">
                    <a:lumMod val="60000"/>
                    <a:lumOff val="40000"/>
                  </a:schemeClr>
                </a:solidFill>
              </a:rPr>
              <a:t>de synthèse noté</a:t>
            </a:r>
            <a:endParaRPr lang="fr-FR" sz="3600" b="1" dirty="0">
              <a:solidFill>
                <a:schemeClr val="accent1">
                  <a:lumMod val="60000"/>
                  <a:lumOff val="40000"/>
                </a:schemeClr>
              </a:solidFill>
            </a:endParaRPr>
          </a:p>
          <a:p>
            <a:pPr algn="ctr"/>
            <a:endParaRPr lang="fr-FR" sz="3600" b="1" dirty="0">
              <a:solidFill>
                <a:schemeClr val="accent1">
                  <a:lumMod val="60000"/>
                  <a:lumOff val="40000"/>
                </a:schemeClr>
              </a:solidFill>
            </a:endParaRPr>
          </a:p>
          <a:p>
            <a:pPr algn="ctr"/>
            <a:endParaRPr lang="fr-FR" sz="3600" b="1" dirty="0">
              <a:solidFill>
                <a:schemeClr val="accent1">
                  <a:lumMod val="60000"/>
                  <a:lumOff val="40000"/>
                </a:schemeClr>
              </a:solidFill>
            </a:endParaRPr>
          </a:p>
          <a:p>
            <a:pPr algn="ctr"/>
            <a:endParaRPr lang="fr-FR" sz="3600" b="1" dirty="0">
              <a:solidFill>
                <a:schemeClr val="accent1">
                  <a:lumMod val="60000"/>
                  <a:lumOff val="40000"/>
                </a:schemeClr>
              </a:solidFill>
            </a:endParaRPr>
          </a:p>
          <a:p>
            <a:pPr algn="ctr"/>
            <a:endParaRPr lang="fr-FR" sz="3600" b="1" dirty="0">
              <a:solidFill>
                <a:schemeClr val="accent1">
                  <a:lumMod val="60000"/>
                  <a:lumOff val="40000"/>
                </a:schemeClr>
              </a:solidFill>
            </a:endParaRPr>
          </a:p>
        </p:txBody>
      </p:sp>
      <p:pic>
        <p:nvPicPr>
          <p:cNvPr id="3" name="Image 2">
            <a:extLst>
              <a:ext uri="{FF2B5EF4-FFF2-40B4-BE49-F238E27FC236}">
                <a16:creationId xmlns:a16="http://schemas.microsoft.com/office/drawing/2014/main" id="{7AFB99A7-F072-4DE7-A3D0-F9E4F03935E6}"/>
              </a:ext>
            </a:extLst>
          </p:cNvPr>
          <p:cNvPicPr>
            <a:picLocks noChangeAspect="1"/>
          </p:cNvPicPr>
          <p:nvPr/>
        </p:nvPicPr>
        <p:blipFill>
          <a:blip r:embed="rId3"/>
          <a:stretch>
            <a:fillRect/>
          </a:stretch>
        </p:blipFill>
        <p:spPr>
          <a:xfrm>
            <a:off x="3119437" y="3024187"/>
            <a:ext cx="2905125" cy="809625"/>
          </a:xfrm>
          <a:prstGeom prst="rect">
            <a:avLst/>
          </a:prstGeom>
        </p:spPr>
      </p:pic>
    </p:spTree>
    <p:extLst>
      <p:ext uri="{BB962C8B-B14F-4D97-AF65-F5344CB8AC3E}">
        <p14:creationId xmlns:p14="http://schemas.microsoft.com/office/powerpoint/2010/main" val="126001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7" name="Titre 6"/>
          <p:cNvSpPr>
            <a:spLocks noGrp="1"/>
          </p:cNvSpPr>
          <p:nvPr>
            <p:ph type="title"/>
          </p:nvPr>
        </p:nvSpPr>
        <p:spPr>
          <a:xfrm>
            <a:off x="457200" y="274638"/>
            <a:ext cx="8229600" cy="6178698"/>
          </a:xfrm>
        </p:spPr>
        <p:txBody>
          <a:bodyPr>
            <a:normAutofit/>
          </a:bodyPr>
          <a:lstStyle/>
          <a:p>
            <a:br>
              <a:rPr lang="fr-FR" dirty="0"/>
            </a:br>
            <a:endParaRPr lang="fr-FR" dirty="0"/>
          </a:p>
        </p:txBody>
      </p:sp>
      <p:sp>
        <p:nvSpPr>
          <p:cNvPr id="6" name="Espace réservé du numéro de diapositive 5"/>
          <p:cNvSpPr>
            <a:spLocks noGrp="1"/>
          </p:cNvSpPr>
          <p:nvPr>
            <p:ph type="sldNum" sz="quarter" idx="12"/>
          </p:nvPr>
        </p:nvSpPr>
        <p:spPr/>
        <p:txBody>
          <a:bodyPr/>
          <a:lstStyle/>
          <a:p>
            <a:fld id="{4D4991C9-18F4-4D2B-A030-BA7B1F5F6083}" type="slidenum">
              <a:rPr lang="fr-FR" smtClean="0"/>
              <a:pPr/>
              <a:t>80</a:t>
            </a:fld>
            <a:endParaRPr lang="fr-FR"/>
          </a:p>
        </p:txBody>
      </p:sp>
      <p:sp>
        <p:nvSpPr>
          <p:cNvPr id="4" name="ZoneTexte 3"/>
          <p:cNvSpPr txBox="1"/>
          <p:nvPr/>
        </p:nvSpPr>
        <p:spPr>
          <a:xfrm>
            <a:off x="395536" y="1916832"/>
            <a:ext cx="8496944" cy="646331"/>
          </a:xfrm>
          <a:prstGeom prst="rect">
            <a:avLst/>
          </a:prstGeom>
          <a:noFill/>
        </p:spPr>
        <p:txBody>
          <a:bodyPr wrap="square" rtlCol="0">
            <a:spAutoFit/>
          </a:bodyPr>
          <a:lstStyle/>
          <a:p>
            <a:pPr algn="ctr"/>
            <a:r>
              <a:rPr lang="fr-FR" sz="3600" b="1" dirty="0">
                <a:solidFill>
                  <a:schemeClr val="accent1">
                    <a:lumMod val="60000"/>
                    <a:lumOff val="40000"/>
                  </a:schemeClr>
                </a:solidFill>
              </a:rPr>
              <a:t>Conclusion, Remerciement</a:t>
            </a:r>
          </a:p>
        </p:txBody>
      </p:sp>
      <p:pic>
        <p:nvPicPr>
          <p:cNvPr id="9" name="Image 8">
            <a:extLst>
              <a:ext uri="{FF2B5EF4-FFF2-40B4-BE49-F238E27FC236}">
                <a16:creationId xmlns:a16="http://schemas.microsoft.com/office/drawing/2014/main" id="{72ED4954-7D11-42D0-ADB4-3C70DA492267}"/>
              </a:ext>
            </a:extLst>
          </p:cNvPr>
          <p:cNvPicPr>
            <a:picLocks noChangeAspect="1"/>
          </p:cNvPicPr>
          <p:nvPr/>
        </p:nvPicPr>
        <p:blipFill>
          <a:blip r:embed="rId3"/>
          <a:stretch>
            <a:fillRect/>
          </a:stretch>
        </p:blipFill>
        <p:spPr>
          <a:xfrm>
            <a:off x="3119437" y="3024187"/>
            <a:ext cx="2905125" cy="809625"/>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Apex">
  <a:themeElements>
    <a:clrScheme name="Débit">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2.xml><?xml version="1.0" encoding="utf-8"?>
<a:theme xmlns:a="http://schemas.openxmlformats.org/drawingml/2006/main" name="Débit">
  <a:themeElements>
    <a:clrScheme name="Débit">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Débit">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Débit">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3802</TotalTime>
  <Words>3106</Words>
  <Application>Microsoft Office PowerPoint</Application>
  <PresentationFormat>Affichage à l'écran (4:3)</PresentationFormat>
  <Paragraphs>632</Paragraphs>
  <Slides>80</Slides>
  <Notes>0</Notes>
  <HiddenSlides>0</HiddenSlides>
  <MMClips>0</MMClips>
  <ScaleCrop>false</ScaleCrop>
  <HeadingPairs>
    <vt:vector size="6" baseType="variant">
      <vt:variant>
        <vt:lpstr>Polices utilisées</vt:lpstr>
      </vt:variant>
      <vt:variant>
        <vt:i4>9</vt:i4>
      </vt:variant>
      <vt:variant>
        <vt:lpstr>Thème</vt:lpstr>
      </vt:variant>
      <vt:variant>
        <vt:i4>2</vt:i4>
      </vt:variant>
      <vt:variant>
        <vt:lpstr>Titres des diapositives</vt:lpstr>
      </vt:variant>
      <vt:variant>
        <vt:i4>80</vt:i4>
      </vt:variant>
    </vt:vector>
  </HeadingPairs>
  <TitlesOfParts>
    <vt:vector size="91" baseType="lpstr">
      <vt:lpstr>Book Antiqua</vt:lpstr>
      <vt:lpstr>Calibri</vt:lpstr>
      <vt:lpstr>Constantia</vt:lpstr>
      <vt:lpstr>Gill Sans MT</vt:lpstr>
      <vt:lpstr>Lucida Sans</vt:lpstr>
      <vt:lpstr>Times New Roman</vt:lpstr>
      <vt:lpstr>Wingdings</vt:lpstr>
      <vt:lpstr>Wingdings 2</vt:lpstr>
      <vt:lpstr>Wingdings 3</vt:lpstr>
      <vt:lpstr>Apex</vt:lpstr>
      <vt:lpstr>Débit</vt:lpstr>
      <vt:lpstr>Risk Management      </vt:lpstr>
      <vt:lpstr>Sommaire</vt:lpstr>
      <vt:lpstr>Objectifs du cours</vt:lpstr>
      <vt:lpstr>Evaluation</vt:lpstr>
      <vt:lpstr> </vt:lpstr>
      <vt:lpstr>Introduction : Les spécificités de la gestion d’une banque  </vt:lpstr>
      <vt:lpstr>Introduction : Les spécificités de la gestion d’une banque  </vt:lpstr>
      <vt:lpstr> </vt:lpstr>
      <vt:lpstr>Introduction : Banque et risques</vt:lpstr>
      <vt:lpstr>Présentation PowerPoint</vt:lpstr>
      <vt:lpstr>1,1 Le secteur bancaire français</vt:lpstr>
      <vt:lpstr>1,1 Le secteur bancaire français</vt:lpstr>
      <vt:lpstr>1,1 Le secteur bancaire français</vt:lpstr>
      <vt:lpstr>1,1 Le secteur bancaire français</vt:lpstr>
      <vt:lpstr>1,1 Le secteur bancaire français</vt:lpstr>
      <vt:lpstr>1,1 Le secteur bancaire français</vt:lpstr>
      <vt:lpstr>1,1 Le secteur bancaire français</vt:lpstr>
      <vt:lpstr>1,1 Le secteur bancaire français</vt:lpstr>
      <vt:lpstr>Présentation PowerPoint</vt:lpstr>
      <vt:lpstr>Cartographie des risques</vt:lpstr>
      <vt:lpstr>Cartographie des risques</vt:lpstr>
      <vt:lpstr>Cartographie des risques : Risque de crédit</vt:lpstr>
      <vt:lpstr>Cartographie des risques : Risque de liquidité</vt:lpstr>
      <vt:lpstr>Cartographie des risques : Risque de taux</vt:lpstr>
      <vt:lpstr>Cartographie des risques : Risque de change et risque de marché</vt:lpstr>
      <vt:lpstr>Cartographie des risques : Risque souverain</vt:lpstr>
      <vt:lpstr>Cartographie des risques : Risques opérationnel et systémique </vt:lpstr>
      <vt:lpstr>Cartographie des risques : Risque d’insolvabilité</vt:lpstr>
      <vt:lpstr>Présentation PowerPoint</vt:lpstr>
      <vt:lpstr>A. Règlementation de l’activité courante </vt:lpstr>
      <vt:lpstr>A. Règlementation de l’activité courante </vt:lpstr>
      <vt:lpstr>A. Règlementation de l’activité courante </vt:lpstr>
      <vt:lpstr>B. Règlementation Prudentielle, le comité Bâle  </vt:lpstr>
      <vt:lpstr>B. Règlementation bancaire, Bâle I</vt:lpstr>
      <vt:lpstr>B. Règlementation bancaire, Bâle II</vt:lpstr>
      <vt:lpstr>B. Règlementation bancaire, Bâle II</vt:lpstr>
      <vt:lpstr>B. Règlementation bancaire, Bâle III</vt:lpstr>
      <vt:lpstr>B. Règlementation bancaire, Bâle III</vt:lpstr>
      <vt:lpstr>B. Règlementation bancaire, Bâle III</vt:lpstr>
      <vt:lpstr>Règlementation bancaire, Bâle III</vt:lpstr>
      <vt:lpstr>B. Règlementation bancaire, Bâle III</vt:lpstr>
      <vt:lpstr>B. Règlementation bancaire, Bâle III</vt:lpstr>
      <vt:lpstr>B. Règlementation bancaire, Bâle III</vt:lpstr>
      <vt:lpstr>B. Règlementation bancaire, Bâle IV</vt:lpstr>
      <vt:lpstr>B. Règlementation bancaire, Bâle et Normes IFRS </vt:lpstr>
      <vt:lpstr>  C. Règlementation bancaire La lutte contre le blanchiment des capitaux  </vt:lpstr>
      <vt:lpstr>C. Règlementation bancaire Introduction à la Lutte contre le blanchiment des capitaux  </vt:lpstr>
      <vt:lpstr>C. Règlementation bancaire La lutte contre le blanchiment des capitaux  </vt:lpstr>
      <vt:lpstr>Conclusion Partie 1</vt:lpstr>
      <vt:lpstr> </vt:lpstr>
      <vt:lpstr>Introduction : L’évolution de la comptabilité des établissements de crédit</vt:lpstr>
      <vt:lpstr>Introduction : L’évolution de la comptabilité des établissements de crédit</vt:lpstr>
      <vt:lpstr>Introduction : L’évolution de la comptabilité des établissements de crédit</vt:lpstr>
      <vt:lpstr>Présentation PowerPoint</vt:lpstr>
      <vt:lpstr>2.1 Présentation du bilan au format bancaire </vt:lpstr>
      <vt:lpstr>2.1 Présentation du bilan au format bancaire </vt:lpstr>
      <vt:lpstr>2.1 Présentation du bilan au format bancaire </vt:lpstr>
      <vt:lpstr>2.1 Présentation du bilan au format bancaire </vt:lpstr>
      <vt:lpstr>2.1 Présentation du bilan au format bancaire </vt:lpstr>
      <vt:lpstr>2.1 Présentation du bilan au format bancaire </vt:lpstr>
      <vt:lpstr>Présentation du hors bilan </vt:lpstr>
      <vt:lpstr>Présentation du bilan au format bancaire </vt:lpstr>
      <vt:lpstr>Présentation PowerPoint</vt:lpstr>
      <vt:lpstr>Présentation du compte de résultat </vt:lpstr>
      <vt:lpstr>Présentation du compte de résultat </vt:lpstr>
      <vt:lpstr>Présentation du compte de résultat </vt:lpstr>
      <vt:lpstr>Présentation du compte de résultat au format bancaire </vt:lpstr>
      <vt:lpstr>Présentation PowerPoint</vt:lpstr>
      <vt:lpstr>A. Diagnostic Financier : Principes </vt:lpstr>
      <vt:lpstr>B. Diagnostic Financier : Principes </vt:lpstr>
      <vt:lpstr>B. Diagnostic Financier : Principes </vt:lpstr>
      <vt:lpstr>B. Etude de cas : Analyse du bilan et du compte de résultat de la Société Générale </vt:lpstr>
      <vt:lpstr>B. Etude de cas : Analyse du bilan et du compte de résultat de la Société Générale </vt:lpstr>
      <vt:lpstr> </vt:lpstr>
      <vt:lpstr>Présentation PowerPoint</vt:lpstr>
      <vt:lpstr>Cas Pierre, implants dentaires</vt:lpstr>
      <vt:lpstr>Présentation PowerPoint</vt:lpstr>
      <vt:lpstr>Cas Aujoras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Crédit Management et Gestion du BFR </dc:title>
  <dc:creator>Hélène</dc:creator>
  <cp:lastModifiedBy>Jean-Noël HAUSER</cp:lastModifiedBy>
  <cp:revision>297</cp:revision>
  <dcterms:created xsi:type="dcterms:W3CDTF">2012-09-27T09:18:06Z</dcterms:created>
  <dcterms:modified xsi:type="dcterms:W3CDTF">2025-09-03T11:47:00Z</dcterms:modified>
</cp:coreProperties>
</file>